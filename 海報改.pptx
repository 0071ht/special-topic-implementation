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599525" cy="28800425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4126" userDrawn="1">
          <p15:clr>
            <a:srgbClr val="A4A3A4"/>
          </p15:clr>
        </p15:guide>
        <p15:guide id="2" pos="32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621DF-25CA-45A4-912E-00029D55B256}" v="68" dt="2026-06-07T08:50:22.8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392" y="-4266"/>
      </p:cViewPr>
      <p:guideLst>
        <p:guide orient="horz" pos="4126"/>
        <p:guide pos="32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20688" y="8928133"/>
            <a:ext cx="18367801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241377" y="16128239"/>
            <a:ext cx="1512642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80458" y="6624098"/>
            <a:ext cx="939999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128725" y="6624098"/>
            <a:ext cx="939999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0"/>
            <a:ext cx="21600490" cy="28800425"/>
          </a:xfrm>
          <a:custGeom>
            <a:avLst/>
            <a:gdLst/>
            <a:ahLst/>
            <a:cxnLst/>
            <a:rect l="l" t="t" r="r" b="b"/>
            <a:pathLst>
              <a:path w="14211935" h="20104100">
                <a:moveTo>
                  <a:pt x="14211672" y="20104098"/>
                </a:moveTo>
                <a:lnTo>
                  <a:pt x="0" y="20104098"/>
                </a:lnTo>
                <a:lnTo>
                  <a:pt x="0" y="0"/>
                </a:lnTo>
                <a:lnTo>
                  <a:pt x="14211672" y="0"/>
                </a:lnTo>
                <a:lnTo>
                  <a:pt x="14211672" y="20104098"/>
                </a:lnTo>
                <a:close/>
              </a:path>
            </a:pathLst>
          </a:custGeom>
          <a:solidFill>
            <a:srgbClr val="1A53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694254" y="18736383"/>
            <a:ext cx="2181185" cy="367510"/>
          </a:xfrm>
          <a:custGeom>
            <a:avLst/>
            <a:gdLst/>
            <a:ahLst/>
            <a:cxnLst/>
            <a:rect l="l" t="t" r="r" b="b"/>
            <a:pathLst>
              <a:path w="1435100" h="256540">
                <a:moveTo>
                  <a:pt x="1434869" y="256155"/>
                </a:moveTo>
                <a:lnTo>
                  <a:pt x="0" y="256155"/>
                </a:lnTo>
                <a:lnTo>
                  <a:pt x="0" y="0"/>
                </a:lnTo>
                <a:lnTo>
                  <a:pt x="1434869" y="0"/>
                </a:lnTo>
                <a:lnTo>
                  <a:pt x="1434869" y="256155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9155" y="454256"/>
            <a:ext cx="666901" cy="551265"/>
          </a:xfrm>
          <a:custGeom>
            <a:avLst/>
            <a:gdLst/>
            <a:ahLst/>
            <a:cxnLst/>
            <a:rect l="l" t="t" r="r" b="b"/>
            <a:pathLst>
              <a:path w="438784" h="384809">
                <a:moveTo>
                  <a:pt x="238760" y="384574"/>
                </a:moveTo>
                <a:lnTo>
                  <a:pt x="190565" y="380046"/>
                </a:lnTo>
                <a:lnTo>
                  <a:pt x="145245" y="366489"/>
                </a:lnTo>
                <a:lnTo>
                  <a:pt x="104032" y="345057"/>
                </a:lnTo>
                <a:lnTo>
                  <a:pt x="68157" y="316906"/>
                </a:lnTo>
                <a:lnTo>
                  <a:pt x="38854" y="283190"/>
                </a:lnTo>
                <a:lnTo>
                  <a:pt x="17355" y="245065"/>
                </a:lnTo>
                <a:lnTo>
                  <a:pt x="4890" y="203686"/>
                </a:lnTo>
                <a:lnTo>
                  <a:pt x="0" y="153110"/>
                </a:lnTo>
                <a:lnTo>
                  <a:pt x="4192" y="110823"/>
                </a:lnTo>
                <a:lnTo>
                  <a:pt x="4304" y="109691"/>
                </a:lnTo>
                <a:lnTo>
                  <a:pt x="17480" y="72904"/>
                </a:lnTo>
                <a:lnTo>
                  <a:pt x="39207" y="42223"/>
                </a:lnTo>
                <a:lnTo>
                  <a:pt x="69160" y="17122"/>
                </a:lnTo>
                <a:lnTo>
                  <a:pt x="101496" y="0"/>
                </a:lnTo>
                <a:lnTo>
                  <a:pt x="364131" y="0"/>
                </a:lnTo>
                <a:lnTo>
                  <a:pt x="384507" y="17122"/>
                </a:lnTo>
                <a:lnTo>
                  <a:pt x="405156" y="43003"/>
                </a:lnTo>
                <a:lnTo>
                  <a:pt x="420752" y="72251"/>
                </a:lnTo>
                <a:lnTo>
                  <a:pt x="431301" y="103553"/>
                </a:lnTo>
                <a:lnTo>
                  <a:pt x="180157" y="103553"/>
                </a:lnTo>
                <a:lnTo>
                  <a:pt x="177782" y="136931"/>
                </a:lnTo>
                <a:lnTo>
                  <a:pt x="155124" y="136931"/>
                </a:lnTo>
                <a:lnTo>
                  <a:pt x="147407" y="199683"/>
                </a:lnTo>
                <a:lnTo>
                  <a:pt x="156727" y="248797"/>
                </a:lnTo>
                <a:lnTo>
                  <a:pt x="179848" y="281614"/>
                </a:lnTo>
                <a:lnTo>
                  <a:pt x="213534" y="295474"/>
                </a:lnTo>
                <a:lnTo>
                  <a:pt x="402098" y="295474"/>
                </a:lnTo>
                <a:lnTo>
                  <a:pt x="398177" y="302392"/>
                </a:lnTo>
                <a:lnTo>
                  <a:pt x="377063" y="328679"/>
                </a:lnTo>
                <a:lnTo>
                  <a:pt x="351710" y="350763"/>
                </a:lnTo>
                <a:lnTo>
                  <a:pt x="322196" y="367793"/>
                </a:lnTo>
                <a:lnTo>
                  <a:pt x="288598" y="378917"/>
                </a:lnTo>
                <a:lnTo>
                  <a:pt x="238760" y="384574"/>
                </a:lnTo>
                <a:close/>
              </a:path>
              <a:path w="438784" h="384809">
                <a:moveTo>
                  <a:pt x="402098" y="295474"/>
                </a:moveTo>
                <a:lnTo>
                  <a:pt x="213534" y="295474"/>
                </a:lnTo>
                <a:lnTo>
                  <a:pt x="246236" y="291655"/>
                </a:lnTo>
                <a:lnTo>
                  <a:pt x="269915" y="275570"/>
                </a:lnTo>
                <a:lnTo>
                  <a:pt x="284538" y="250599"/>
                </a:lnTo>
                <a:lnTo>
                  <a:pt x="290069" y="220125"/>
                </a:lnTo>
                <a:lnTo>
                  <a:pt x="286475" y="187529"/>
                </a:lnTo>
                <a:lnTo>
                  <a:pt x="273721" y="156192"/>
                </a:lnTo>
                <a:lnTo>
                  <a:pt x="251773" y="129497"/>
                </a:lnTo>
                <a:lnTo>
                  <a:pt x="220596" y="110823"/>
                </a:lnTo>
                <a:lnTo>
                  <a:pt x="180157" y="103553"/>
                </a:lnTo>
                <a:lnTo>
                  <a:pt x="431301" y="103553"/>
                </a:lnTo>
                <a:lnTo>
                  <a:pt x="431488" y="104109"/>
                </a:lnTo>
                <a:lnTo>
                  <a:pt x="437440" y="137726"/>
                </a:lnTo>
                <a:lnTo>
                  <a:pt x="438687" y="172251"/>
                </a:lnTo>
                <a:lnTo>
                  <a:pt x="435307" y="206832"/>
                </a:lnTo>
                <a:lnTo>
                  <a:pt x="427377" y="240617"/>
                </a:lnTo>
                <a:lnTo>
                  <a:pt x="414974" y="272754"/>
                </a:lnTo>
                <a:lnTo>
                  <a:pt x="402098" y="295474"/>
                </a:lnTo>
                <a:close/>
              </a:path>
              <a:path w="438784" h="384809">
                <a:moveTo>
                  <a:pt x="155192" y="158348"/>
                </a:moveTo>
                <a:lnTo>
                  <a:pt x="155124" y="136931"/>
                </a:lnTo>
                <a:lnTo>
                  <a:pt x="177795" y="136931"/>
                </a:lnTo>
                <a:lnTo>
                  <a:pt x="166102" y="156788"/>
                </a:lnTo>
                <a:lnTo>
                  <a:pt x="155192" y="158348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11143" y="1257505"/>
            <a:ext cx="550122" cy="532162"/>
          </a:xfrm>
          <a:custGeom>
            <a:avLst/>
            <a:gdLst/>
            <a:ahLst/>
            <a:cxnLst/>
            <a:rect l="l" t="t" r="r" b="b"/>
            <a:pathLst>
              <a:path w="361950" h="371475">
                <a:moveTo>
                  <a:pt x="129934" y="371274"/>
                </a:moveTo>
                <a:lnTo>
                  <a:pt x="92790" y="362689"/>
                </a:lnTo>
                <a:lnTo>
                  <a:pt x="58917" y="343904"/>
                </a:lnTo>
                <a:lnTo>
                  <a:pt x="28239" y="312341"/>
                </a:lnTo>
                <a:lnTo>
                  <a:pt x="8938" y="274920"/>
                </a:lnTo>
                <a:lnTo>
                  <a:pt x="0" y="233615"/>
                </a:lnTo>
                <a:lnTo>
                  <a:pt x="299" y="202085"/>
                </a:lnTo>
                <a:lnTo>
                  <a:pt x="9155" y="147264"/>
                </a:lnTo>
                <a:lnTo>
                  <a:pt x="25220" y="106170"/>
                </a:lnTo>
                <a:lnTo>
                  <a:pt x="47591" y="69099"/>
                </a:lnTo>
                <a:lnTo>
                  <a:pt x="75253" y="38027"/>
                </a:lnTo>
                <a:lnTo>
                  <a:pt x="107193" y="14931"/>
                </a:lnTo>
                <a:lnTo>
                  <a:pt x="188272" y="0"/>
                </a:lnTo>
                <a:lnTo>
                  <a:pt x="234962" y="11205"/>
                </a:lnTo>
                <a:lnTo>
                  <a:pt x="278938" y="32869"/>
                </a:lnTo>
                <a:lnTo>
                  <a:pt x="316673" y="62460"/>
                </a:lnTo>
                <a:lnTo>
                  <a:pt x="344641" y="97447"/>
                </a:lnTo>
                <a:lnTo>
                  <a:pt x="359314" y="135296"/>
                </a:lnTo>
                <a:lnTo>
                  <a:pt x="150731" y="135296"/>
                </a:lnTo>
                <a:lnTo>
                  <a:pt x="133293" y="157514"/>
                </a:lnTo>
                <a:lnTo>
                  <a:pt x="122991" y="186830"/>
                </a:lnTo>
                <a:lnTo>
                  <a:pt x="116123" y="219601"/>
                </a:lnTo>
                <a:lnTo>
                  <a:pt x="109017" y="252151"/>
                </a:lnTo>
                <a:lnTo>
                  <a:pt x="142625" y="268241"/>
                </a:lnTo>
                <a:lnTo>
                  <a:pt x="328544" y="268241"/>
                </a:lnTo>
                <a:lnTo>
                  <a:pt x="311245" y="292114"/>
                </a:lnTo>
                <a:lnTo>
                  <a:pt x="280665" y="321278"/>
                </a:lnTo>
                <a:lnTo>
                  <a:pt x="245716" y="344660"/>
                </a:lnTo>
                <a:lnTo>
                  <a:pt x="207925" y="361376"/>
                </a:lnTo>
                <a:lnTo>
                  <a:pt x="168822" y="370541"/>
                </a:lnTo>
                <a:lnTo>
                  <a:pt x="129934" y="371274"/>
                </a:lnTo>
                <a:close/>
              </a:path>
              <a:path w="361950" h="371475">
                <a:moveTo>
                  <a:pt x="328544" y="268241"/>
                </a:moveTo>
                <a:lnTo>
                  <a:pt x="142625" y="268241"/>
                </a:lnTo>
                <a:lnTo>
                  <a:pt x="176672" y="259856"/>
                </a:lnTo>
                <a:lnTo>
                  <a:pt x="204011" y="235102"/>
                </a:lnTo>
                <a:lnTo>
                  <a:pt x="217494" y="202085"/>
                </a:lnTo>
                <a:lnTo>
                  <a:pt x="201651" y="184531"/>
                </a:lnTo>
                <a:lnTo>
                  <a:pt x="187228" y="165565"/>
                </a:lnTo>
                <a:lnTo>
                  <a:pt x="171241" y="148171"/>
                </a:lnTo>
                <a:lnTo>
                  <a:pt x="150649" y="135296"/>
                </a:lnTo>
                <a:lnTo>
                  <a:pt x="359314" y="135296"/>
                </a:lnTo>
                <a:lnTo>
                  <a:pt x="361491" y="178757"/>
                </a:lnTo>
                <a:lnTo>
                  <a:pt x="353261" y="219601"/>
                </a:lnTo>
                <a:lnTo>
                  <a:pt x="353187" y="219970"/>
                </a:lnTo>
                <a:lnTo>
                  <a:pt x="335929" y="258050"/>
                </a:lnTo>
                <a:lnTo>
                  <a:pt x="328544" y="268241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" y="1295924"/>
            <a:ext cx="639879" cy="625859"/>
          </a:xfrm>
          <a:custGeom>
            <a:avLst/>
            <a:gdLst/>
            <a:ahLst/>
            <a:cxnLst/>
            <a:rect l="l" t="t" r="r" b="b"/>
            <a:pathLst>
              <a:path w="421005" h="436880">
                <a:moveTo>
                  <a:pt x="190721" y="436731"/>
                </a:moveTo>
                <a:lnTo>
                  <a:pt x="120064" y="421377"/>
                </a:lnTo>
                <a:lnTo>
                  <a:pt x="59999" y="383271"/>
                </a:lnTo>
                <a:lnTo>
                  <a:pt x="12852" y="328162"/>
                </a:lnTo>
                <a:lnTo>
                  <a:pt x="0" y="305040"/>
                </a:lnTo>
                <a:lnTo>
                  <a:pt x="0" y="74498"/>
                </a:lnTo>
                <a:lnTo>
                  <a:pt x="10577" y="58251"/>
                </a:lnTo>
                <a:lnTo>
                  <a:pt x="36988" y="31296"/>
                </a:lnTo>
                <a:lnTo>
                  <a:pt x="70490" y="8344"/>
                </a:lnTo>
                <a:lnTo>
                  <a:pt x="68925" y="1251"/>
                </a:lnTo>
                <a:lnTo>
                  <a:pt x="73723" y="451"/>
                </a:lnTo>
                <a:lnTo>
                  <a:pt x="78800" y="0"/>
                </a:lnTo>
                <a:lnTo>
                  <a:pt x="120174" y="13697"/>
                </a:lnTo>
                <a:lnTo>
                  <a:pt x="165074" y="23869"/>
                </a:lnTo>
                <a:lnTo>
                  <a:pt x="258717" y="40355"/>
                </a:lnTo>
                <a:lnTo>
                  <a:pt x="304097" y="50030"/>
                </a:lnTo>
                <a:lnTo>
                  <a:pt x="335082" y="90313"/>
                </a:lnTo>
                <a:lnTo>
                  <a:pt x="364523" y="116820"/>
                </a:lnTo>
                <a:lnTo>
                  <a:pt x="62146" y="116820"/>
                </a:lnTo>
                <a:lnTo>
                  <a:pt x="45654" y="157160"/>
                </a:lnTo>
                <a:lnTo>
                  <a:pt x="44058" y="200229"/>
                </a:lnTo>
                <a:lnTo>
                  <a:pt x="44047" y="200528"/>
                </a:lnTo>
                <a:lnTo>
                  <a:pt x="54771" y="244265"/>
                </a:lnTo>
                <a:lnTo>
                  <a:pt x="75274" y="285715"/>
                </a:lnTo>
                <a:lnTo>
                  <a:pt x="103002" y="322220"/>
                </a:lnTo>
                <a:lnTo>
                  <a:pt x="135401" y="351124"/>
                </a:lnTo>
                <a:lnTo>
                  <a:pt x="169918" y="369768"/>
                </a:lnTo>
                <a:lnTo>
                  <a:pt x="203999" y="375495"/>
                </a:lnTo>
                <a:lnTo>
                  <a:pt x="328763" y="375495"/>
                </a:lnTo>
                <a:lnTo>
                  <a:pt x="303750" y="397203"/>
                </a:lnTo>
                <a:lnTo>
                  <a:pt x="265043" y="421377"/>
                </a:lnTo>
                <a:lnTo>
                  <a:pt x="228964" y="433905"/>
                </a:lnTo>
                <a:lnTo>
                  <a:pt x="190721" y="436731"/>
                </a:lnTo>
                <a:close/>
              </a:path>
              <a:path w="421005" h="436880">
                <a:moveTo>
                  <a:pt x="328763" y="375495"/>
                </a:moveTo>
                <a:lnTo>
                  <a:pt x="203999" y="375495"/>
                </a:lnTo>
                <a:lnTo>
                  <a:pt x="239930" y="368376"/>
                </a:lnTo>
                <a:lnTo>
                  <a:pt x="259778" y="352620"/>
                </a:lnTo>
                <a:lnTo>
                  <a:pt x="265764" y="330031"/>
                </a:lnTo>
                <a:lnTo>
                  <a:pt x="260107" y="302412"/>
                </a:lnTo>
                <a:lnTo>
                  <a:pt x="245029" y="271567"/>
                </a:lnTo>
                <a:lnTo>
                  <a:pt x="222748" y="239300"/>
                </a:lnTo>
                <a:lnTo>
                  <a:pt x="195485" y="207413"/>
                </a:lnTo>
                <a:lnTo>
                  <a:pt x="165461" y="177711"/>
                </a:lnTo>
                <a:lnTo>
                  <a:pt x="134894" y="151997"/>
                </a:lnTo>
                <a:lnTo>
                  <a:pt x="81017" y="119748"/>
                </a:lnTo>
                <a:lnTo>
                  <a:pt x="62146" y="116820"/>
                </a:lnTo>
                <a:lnTo>
                  <a:pt x="364523" y="116820"/>
                </a:lnTo>
                <a:lnTo>
                  <a:pt x="371161" y="122796"/>
                </a:lnTo>
                <a:lnTo>
                  <a:pt x="402904" y="156446"/>
                </a:lnTo>
                <a:lnTo>
                  <a:pt x="420884" y="200229"/>
                </a:lnTo>
                <a:lnTo>
                  <a:pt x="418736" y="239300"/>
                </a:lnTo>
                <a:lnTo>
                  <a:pt x="418677" y="240383"/>
                </a:lnTo>
                <a:lnTo>
                  <a:pt x="402550" y="282974"/>
                </a:lnTo>
                <a:lnTo>
                  <a:pt x="375814" y="325185"/>
                </a:lnTo>
                <a:lnTo>
                  <a:pt x="341777" y="364201"/>
                </a:lnTo>
                <a:lnTo>
                  <a:pt x="328763" y="37549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7126" y="2192511"/>
            <a:ext cx="422725" cy="371147"/>
          </a:xfrm>
          <a:custGeom>
            <a:avLst/>
            <a:gdLst/>
            <a:ahLst/>
            <a:cxnLst/>
            <a:rect l="l" t="t" r="r" b="b"/>
            <a:pathLst>
              <a:path w="278130" h="259080">
                <a:moveTo>
                  <a:pt x="127402" y="258639"/>
                </a:moveTo>
                <a:lnTo>
                  <a:pt x="60951" y="231510"/>
                </a:lnTo>
                <a:lnTo>
                  <a:pt x="15532" y="171112"/>
                </a:lnTo>
                <a:lnTo>
                  <a:pt x="0" y="98415"/>
                </a:lnTo>
                <a:lnTo>
                  <a:pt x="6209" y="64007"/>
                </a:lnTo>
                <a:lnTo>
                  <a:pt x="23212" y="34388"/>
                </a:lnTo>
                <a:lnTo>
                  <a:pt x="52115" y="12178"/>
                </a:lnTo>
                <a:lnTo>
                  <a:pt x="94025" y="0"/>
                </a:lnTo>
                <a:lnTo>
                  <a:pt x="121676" y="3570"/>
                </a:lnTo>
                <a:lnTo>
                  <a:pt x="147325" y="14824"/>
                </a:lnTo>
                <a:lnTo>
                  <a:pt x="175529" y="22837"/>
                </a:lnTo>
                <a:lnTo>
                  <a:pt x="244330" y="36444"/>
                </a:lnTo>
                <a:lnTo>
                  <a:pt x="276701" y="93409"/>
                </a:lnTo>
                <a:lnTo>
                  <a:pt x="277506" y="126477"/>
                </a:lnTo>
                <a:lnTo>
                  <a:pt x="269334" y="159841"/>
                </a:lnTo>
                <a:lnTo>
                  <a:pt x="253147" y="191431"/>
                </a:lnTo>
                <a:lnTo>
                  <a:pt x="229901" y="219176"/>
                </a:lnTo>
                <a:lnTo>
                  <a:pt x="200555" y="241006"/>
                </a:lnTo>
                <a:lnTo>
                  <a:pt x="166070" y="254850"/>
                </a:lnTo>
                <a:lnTo>
                  <a:pt x="127402" y="258639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628638" y="2240276"/>
            <a:ext cx="384119" cy="379336"/>
          </a:xfrm>
          <a:custGeom>
            <a:avLst/>
            <a:gdLst/>
            <a:ahLst/>
            <a:cxnLst/>
            <a:rect l="l" t="t" r="r" b="b"/>
            <a:pathLst>
              <a:path w="252730" h="264794">
                <a:moveTo>
                  <a:pt x="229326" y="25179"/>
                </a:moveTo>
                <a:lnTo>
                  <a:pt x="96347" y="25179"/>
                </a:lnTo>
                <a:lnTo>
                  <a:pt x="163331" y="366"/>
                </a:lnTo>
                <a:lnTo>
                  <a:pt x="208864" y="0"/>
                </a:lnTo>
                <a:lnTo>
                  <a:pt x="229326" y="25179"/>
                </a:lnTo>
                <a:close/>
              </a:path>
              <a:path w="252730" h="264794">
                <a:moveTo>
                  <a:pt x="121482" y="264327"/>
                </a:moveTo>
                <a:lnTo>
                  <a:pt x="75353" y="258674"/>
                </a:lnTo>
                <a:lnTo>
                  <a:pt x="41043" y="241895"/>
                </a:lnTo>
                <a:lnTo>
                  <a:pt x="3437" y="179759"/>
                </a:lnTo>
                <a:lnTo>
                  <a:pt x="92" y="141453"/>
                </a:lnTo>
                <a:lnTo>
                  <a:pt x="0" y="140390"/>
                </a:lnTo>
                <a:lnTo>
                  <a:pt x="6608" y="100097"/>
                </a:lnTo>
                <a:lnTo>
                  <a:pt x="6709" y="99477"/>
                </a:lnTo>
                <a:lnTo>
                  <a:pt x="23495" y="60016"/>
                </a:lnTo>
                <a:lnTo>
                  <a:pt x="50285" y="24998"/>
                </a:lnTo>
                <a:lnTo>
                  <a:pt x="229326" y="25179"/>
                </a:lnTo>
                <a:lnTo>
                  <a:pt x="232541" y="29136"/>
                </a:lnTo>
                <a:lnTo>
                  <a:pt x="247044" y="63824"/>
                </a:lnTo>
                <a:lnTo>
                  <a:pt x="252395" y="99477"/>
                </a:lnTo>
                <a:lnTo>
                  <a:pt x="252487" y="100097"/>
                </a:lnTo>
                <a:lnTo>
                  <a:pt x="125384" y="100097"/>
                </a:lnTo>
                <a:lnTo>
                  <a:pt x="112586" y="103022"/>
                </a:lnTo>
                <a:lnTo>
                  <a:pt x="93563" y="103022"/>
                </a:lnTo>
                <a:lnTo>
                  <a:pt x="80032" y="104786"/>
                </a:lnTo>
                <a:lnTo>
                  <a:pt x="67009" y="116820"/>
                </a:lnTo>
                <a:lnTo>
                  <a:pt x="75310" y="121031"/>
                </a:lnTo>
                <a:lnTo>
                  <a:pt x="76253" y="132592"/>
                </a:lnTo>
                <a:lnTo>
                  <a:pt x="74661" y="146689"/>
                </a:lnTo>
                <a:lnTo>
                  <a:pt x="75353" y="158507"/>
                </a:lnTo>
                <a:lnTo>
                  <a:pt x="88389" y="160069"/>
                </a:lnTo>
                <a:lnTo>
                  <a:pt x="98022" y="165026"/>
                </a:lnTo>
                <a:lnTo>
                  <a:pt x="106742" y="170897"/>
                </a:lnTo>
                <a:lnTo>
                  <a:pt x="117039" y="175196"/>
                </a:lnTo>
                <a:lnTo>
                  <a:pt x="239780" y="175196"/>
                </a:lnTo>
                <a:lnTo>
                  <a:pt x="239060" y="177656"/>
                </a:lnTo>
                <a:lnTo>
                  <a:pt x="220414" y="211008"/>
                </a:lnTo>
                <a:lnTo>
                  <a:pt x="194366" y="238140"/>
                </a:lnTo>
                <a:lnTo>
                  <a:pt x="161271" y="256698"/>
                </a:lnTo>
                <a:lnTo>
                  <a:pt x="121482" y="264327"/>
                </a:lnTo>
                <a:close/>
              </a:path>
              <a:path w="252730" h="264794">
                <a:moveTo>
                  <a:pt x="239780" y="175196"/>
                </a:moveTo>
                <a:lnTo>
                  <a:pt x="117039" y="175196"/>
                </a:lnTo>
                <a:lnTo>
                  <a:pt x="128552" y="160772"/>
                </a:lnTo>
                <a:lnTo>
                  <a:pt x="133128" y="141453"/>
                </a:lnTo>
                <a:lnTo>
                  <a:pt x="131799" y="121031"/>
                </a:lnTo>
                <a:lnTo>
                  <a:pt x="131746" y="120231"/>
                </a:lnTo>
                <a:lnTo>
                  <a:pt x="125384" y="100097"/>
                </a:lnTo>
                <a:lnTo>
                  <a:pt x="252487" y="100097"/>
                </a:lnTo>
                <a:lnTo>
                  <a:pt x="252729" y="101709"/>
                </a:lnTo>
                <a:lnTo>
                  <a:pt x="249953" y="140390"/>
                </a:lnTo>
                <a:lnTo>
                  <a:pt x="239780" y="175196"/>
                </a:lnTo>
                <a:close/>
              </a:path>
              <a:path w="252730" h="264794">
                <a:moveTo>
                  <a:pt x="108411" y="103976"/>
                </a:moveTo>
                <a:lnTo>
                  <a:pt x="93563" y="103022"/>
                </a:lnTo>
                <a:lnTo>
                  <a:pt x="112586" y="103022"/>
                </a:lnTo>
                <a:lnTo>
                  <a:pt x="108411" y="103976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2412807"/>
            <a:ext cx="179513" cy="514878"/>
          </a:xfrm>
          <a:custGeom>
            <a:avLst/>
            <a:gdLst/>
            <a:ahLst/>
            <a:cxnLst/>
            <a:rect l="l" t="t" r="r" b="b"/>
            <a:pathLst>
              <a:path w="118110" h="359410">
                <a:moveTo>
                  <a:pt x="0" y="359164"/>
                </a:moveTo>
                <a:lnTo>
                  <a:pt x="0" y="2483"/>
                </a:lnTo>
                <a:lnTo>
                  <a:pt x="16832" y="0"/>
                </a:lnTo>
                <a:lnTo>
                  <a:pt x="55778" y="3819"/>
                </a:lnTo>
                <a:lnTo>
                  <a:pt x="95523" y="21418"/>
                </a:lnTo>
                <a:lnTo>
                  <a:pt x="108276" y="62427"/>
                </a:lnTo>
                <a:lnTo>
                  <a:pt x="115716" y="103593"/>
                </a:lnTo>
                <a:lnTo>
                  <a:pt x="118006" y="144243"/>
                </a:lnTo>
                <a:lnTo>
                  <a:pt x="115310" y="183704"/>
                </a:lnTo>
                <a:lnTo>
                  <a:pt x="107792" y="221303"/>
                </a:lnTo>
                <a:lnTo>
                  <a:pt x="78947" y="288224"/>
                </a:lnTo>
                <a:lnTo>
                  <a:pt x="32780" y="339622"/>
                </a:lnTo>
                <a:lnTo>
                  <a:pt x="0" y="359164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6801" y="2988112"/>
            <a:ext cx="532750" cy="578556"/>
          </a:xfrm>
          <a:custGeom>
            <a:avLst/>
            <a:gdLst/>
            <a:ahLst/>
            <a:cxnLst/>
            <a:rect l="l" t="t" r="r" b="b"/>
            <a:pathLst>
              <a:path w="350520" h="403860">
                <a:moveTo>
                  <a:pt x="176425" y="403372"/>
                </a:moveTo>
                <a:lnTo>
                  <a:pt x="113754" y="388920"/>
                </a:lnTo>
                <a:lnTo>
                  <a:pt x="79450" y="370817"/>
                </a:lnTo>
                <a:lnTo>
                  <a:pt x="50013" y="345359"/>
                </a:lnTo>
                <a:lnTo>
                  <a:pt x="26607" y="310969"/>
                </a:lnTo>
                <a:lnTo>
                  <a:pt x="9974" y="270239"/>
                </a:lnTo>
                <a:lnTo>
                  <a:pt x="857" y="225756"/>
                </a:lnTo>
                <a:lnTo>
                  <a:pt x="0" y="180110"/>
                </a:lnTo>
                <a:lnTo>
                  <a:pt x="8145" y="135888"/>
                </a:lnTo>
                <a:lnTo>
                  <a:pt x="26036" y="95681"/>
                </a:lnTo>
                <a:lnTo>
                  <a:pt x="54417" y="62077"/>
                </a:lnTo>
                <a:lnTo>
                  <a:pt x="117964" y="33197"/>
                </a:lnTo>
                <a:lnTo>
                  <a:pt x="153053" y="22195"/>
                </a:lnTo>
                <a:lnTo>
                  <a:pt x="187926" y="3667"/>
                </a:lnTo>
                <a:lnTo>
                  <a:pt x="220548" y="0"/>
                </a:lnTo>
                <a:lnTo>
                  <a:pt x="249300" y="2535"/>
                </a:lnTo>
                <a:lnTo>
                  <a:pt x="274271" y="10652"/>
                </a:lnTo>
                <a:lnTo>
                  <a:pt x="313213" y="41149"/>
                </a:lnTo>
                <a:lnTo>
                  <a:pt x="338074" y="86520"/>
                </a:lnTo>
                <a:lnTo>
                  <a:pt x="340538" y="95454"/>
                </a:lnTo>
                <a:lnTo>
                  <a:pt x="204614" y="95454"/>
                </a:lnTo>
                <a:lnTo>
                  <a:pt x="192186" y="114297"/>
                </a:lnTo>
                <a:lnTo>
                  <a:pt x="179060" y="132456"/>
                </a:lnTo>
                <a:lnTo>
                  <a:pt x="166195" y="150888"/>
                </a:lnTo>
                <a:lnTo>
                  <a:pt x="164840" y="153176"/>
                </a:lnTo>
                <a:lnTo>
                  <a:pt x="140648" y="153176"/>
                </a:lnTo>
                <a:lnTo>
                  <a:pt x="129515" y="153899"/>
                </a:lnTo>
                <a:lnTo>
                  <a:pt x="110653" y="199491"/>
                </a:lnTo>
                <a:lnTo>
                  <a:pt x="108422" y="244441"/>
                </a:lnTo>
                <a:lnTo>
                  <a:pt x="120180" y="284314"/>
                </a:lnTo>
                <a:lnTo>
                  <a:pt x="143283" y="314672"/>
                </a:lnTo>
                <a:lnTo>
                  <a:pt x="175090" y="331078"/>
                </a:lnTo>
                <a:lnTo>
                  <a:pt x="301464" y="331078"/>
                </a:lnTo>
                <a:lnTo>
                  <a:pt x="294394" y="341589"/>
                </a:lnTo>
                <a:lnTo>
                  <a:pt x="275573" y="362652"/>
                </a:lnTo>
                <a:lnTo>
                  <a:pt x="254278" y="379983"/>
                </a:lnTo>
                <a:lnTo>
                  <a:pt x="230598" y="392961"/>
                </a:lnTo>
                <a:lnTo>
                  <a:pt x="204617" y="400964"/>
                </a:lnTo>
                <a:lnTo>
                  <a:pt x="176425" y="403372"/>
                </a:lnTo>
                <a:close/>
              </a:path>
              <a:path w="350520" h="403860">
                <a:moveTo>
                  <a:pt x="301464" y="331078"/>
                </a:moveTo>
                <a:lnTo>
                  <a:pt x="175090" y="331078"/>
                </a:lnTo>
                <a:lnTo>
                  <a:pt x="212958" y="329095"/>
                </a:lnTo>
                <a:lnTo>
                  <a:pt x="245481" y="309758"/>
                </a:lnTo>
                <a:lnTo>
                  <a:pt x="265992" y="278892"/>
                </a:lnTo>
                <a:lnTo>
                  <a:pt x="274957" y="240607"/>
                </a:lnTo>
                <a:lnTo>
                  <a:pt x="272862" y="199491"/>
                </a:lnTo>
                <a:lnTo>
                  <a:pt x="272838" y="199012"/>
                </a:lnTo>
                <a:lnTo>
                  <a:pt x="260099" y="158216"/>
                </a:lnTo>
                <a:lnTo>
                  <a:pt x="237203" y="122326"/>
                </a:lnTo>
                <a:lnTo>
                  <a:pt x="204614" y="95454"/>
                </a:lnTo>
                <a:lnTo>
                  <a:pt x="340538" y="95454"/>
                </a:lnTo>
                <a:lnTo>
                  <a:pt x="345441" y="113232"/>
                </a:lnTo>
                <a:lnTo>
                  <a:pt x="349550" y="141800"/>
                </a:lnTo>
                <a:lnTo>
                  <a:pt x="350454" y="170553"/>
                </a:lnTo>
                <a:lnTo>
                  <a:pt x="350487" y="171604"/>
                </a:lnTo>
                <a:lnTo>
                  <a:pt x="348340" y="202021"/>
                </a:lnTo>
                <a:lnTo>
                  <a:pt x="343196" y="232432"/>
                </a:lnTo>
                <a:lnTo>
                  <a:pt x="335142" y="262215"/>
                </a:lnTo>
                <a:lnTo>
                  <a:pt x="324266" y="290749"/>
                </a:lnTo>
                <a:lnTo>
                  <a:pt x="310654" y="317414"/>
                </a:lnTo>
                <a:lnTo>
                  <a:pt x="301464" y="331078"/>
                </a:lnTo>
                <a:close/>
              </a:path>
              <a:path w="350520" h="403860">
                <a:moveTo>
                  <a:pt x="154548" y="170553"/>
                </a:moveTo>
                <a:lnTo>
                  <a:pt x="153448" y="161223"/>
                </a:lnTo>
                <a:lnTo>
                  <a:pt x="148720" y="155524"/>
                </a:lnTo>
                <a:lnTo>
                  <a:pt x="140648" y="153176"/>
                </a:lnTo>
                <a:lnTo>
                  <a:pt x="164840" y="153176"/>
                </a:lnTo>
                <a:lnTo>
                  <a:pt x="154548" y="170553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374915" y="2981361"/>
            <a:ext cx="470016" cy="491226"/>
          </a:xfrm>
          <a:custGeom>
            <a:avLst/>
            <a:gdLst/>
            <a:ahLst/>
            <a:cxnLst/>
            <a:rect l="l" t="t" r="r" b="b"/>
            <a:pathLst>
              <a:path w="309244" h="342900">
                <a:moveTo>
                  <a:pt x="118808" y="342581"/>
                </a:moveTo>
                <a:lnTo>
                  <a:pt x="80001" y="333673"/>
                </a:lnTo>
                <a:lnTo>
                  <a:pt x="45146" y="316480"/>
                </a:lnTo>
                <a:lnTo>
                  <a:pt x="8615" y="300431"/>
                </a:lnTo>
                <a:lnTo>
                  <a:pt x="1434" y="254725"/>
                </a:lnTo>
                <a:lnTo>
                  <a:pt x="0" y="208499"/>
                </a:lnTo>
                <a:lnTo>
                  <a:pt x="4506" y="163296"/>
                </a:lnTo>
                <a:lnTo>
                  <a:pt x="15148" y="120661"/>
                </a:lnTo>
                <a:lnTo>
                  <a:pt x="32120" y="82135"/>
                </a:lnTo>
                <a:lnTo>
                  <a:pt x="55617" y="49263"/>
                </a:lnTo>
                <a:lnTo>
                  <a:pt x="85831" y="23588"/>
                </a:lnTo>
                <a:lnTo>
                  <a:pt x="122958" y="6652"/>
                </a:lnTo>
                <a:lnTo>
                  <a:pt x="167192" y="0"/>
                </a:lnTo>
                <a:lnTo>
                  <a:pt x="189836" y="2894"/>
                </a:lnTo>
                <a:lnTo>
                  <a:pt x="208635" y="10352"/>
                </a:lnTo>
                <a:lnTo>
                  <a:pt x="227564" y="18892"/>
                </a:lnTo>
                <a:lnTo>
                  <a:pt x="250600" y="25033"/>
                </a:lnTo>
                <a:lnTo>
                  <a:pt x="264353" y="46779"/>
                </a:lnTo>
                <a:lnTo>
                  <a:pt x="277307" y="69301"/>
                </a:lnTo>
                <a:lnTo>
                  <a:pt x="291519" y="90558"/>
                </a:lnTo>
                <a:lnTo>
                  <a:pt x="309046" y="108511"/>
                </a:lnTo>
                <a:lnTo>
                  <a:pt x="295059" y="155718"/>
                </a:lnTo>
                <a:lnTo>
                  <a:pt x="272331" y="194186"/>
                </a:lnTo>
                <a:lnTo>
                  <a:pt x="244521" y="227570"/>
                </a:lnTo>
                <a:lnTo>
                  <a:pt x="215288" y="259525"/>
                </a:lnTo>
                <a:lnTo>
                  <a:pt x="188292" y="293708"/>
                </a:lnTo>
                <a:lnTo>
                  <a:pt x="167192" y="333773"/>
                </a:lnTo>
                <a:lnTo>
                  <a:pt x="118808" y="342581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3757429"/>
            <a:ext cx="157866" cy="352109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515981" y="4014457"/>
            <a:ext cx="613820" cy="569459"/>
          </a:xfrm>
          <a:custGeom>
            <a:avLst/>
            <a:gdLst/>
            <a:ahLst/>
            <a:cxnLst/>
            <a:rect l="l" t="t" r="r" b="b"/>
            <a:pathLst>
              <a:path w="403859" h="397510">
                <a:moveTo>
                  <a:pt x="231628" y="397025"/>
                </a:moveTo>
                <a:lnTo>
                  <a:pt x="192976" y="391385"/>
                </a:lnTo>
                <a:lnTo>
                  <a:pt x="155862" y="377697"/>
                </a:lnTo>
                <a:lnTo>
                  <a:pt x="121010" y="357129"/>
                </a:lnTo>
                <a:lnTo>
                  <a:pt x="89145" y="330849"/>
                </a:lnTo>
                <a:lnTo>
                  <a:pt x="60992" y="300023"/>
                </a:lnTo>
                <a:lnTo>
                  <a:pt x="37276" y="265818"/>
                </a:lnTo>
                <a:lnTo>
                  <a:pt x="18722" y="229402"/>
                </a:lnTo>
                <a:lnTo>
                  <a:pt x="6055" y="191943"/>
                </a:lnTo>
                <a:lnTo>
                  <a:pt x="0" y="154606"/>
                </a:lnTo>
                <a:lnTo>
                  <a:pt x="1281" y="118561"/>
                </a:lnTo>
                <a:lnTo>
                  <a:pt x="28754" y="55010"/>
                </a:lnTo>
                <a:lnTo>
                  <a:pt x="96488" y="10095"/>
                </a:lnTo>
                <a:lnTo>
                  <a:pt x="145577" y="0"/>
                </a:lnTo>
                <a:lnTo>
                  <a:pt x="193882" y="6918"/>
                </a:lnTo>
                <a:lnTo>
                  <a:pt x="231628" y="38218"/>
                </a:lnTo>
                <a:lnTo>
                  <a:pt x="285137" y="45210"/>
                </a:lnTo>
                <a:lnTo>
                  <a:pt x="326114" y="64738"/>
                </a:lnTo>
                <a:lnTo>
                  <a:pt x="361569" y="89781"/>
                </a:lnTo>
                <a:lnTo>
                  <a:pt x="398514" y="113317"/>
                </a:lnTo>
                <a:lnTo>
                  <a:pt x="401125" y="138351"/>
                </a:lnTo>
                <a:lnTo>
                  <a:pt x="156563" y="138351"/>
                </a:lnTo>
                <a:lnTo>
                  <a:pt x="137610" y="171665"/>
                </a:lnTo>
                <a:lnTo>
                  <a:pt x="136414" y="209469"/>
                </a:lnTo>
                <a:lnTo>
                  <a:pt x="136313" y="212669"/>
                </a:lnTo>
                <a:lnTo>
                  <a:pt x="149288" y="254780"/>
                </a:lnTo>
                <a:lnTo>
                  <a:pt x="173151" y="291415"/>
                </a:lnTo>
                <a:lnTo>
                  <a:pt x="204519" y="315991"/>
                </a:lnTo>
                <a:lnTo>
                  <a:pt x="240006" y="321926"/>
                </a:lnTo>
                <a:lnTo>
                  <a:pt x="368994" y="321926"/>
                </a:lnTo>
                <a:lnTo>
                  <a:pt x="365108" y="329326"/>
                </a:lnTo>
                <a:lnTo>
                  <a:pt x="340675" y="358340"/>
                </a:lnTo>
                <a:lnTo>
                  <a:pt x="310293" y="380034"/>
                </a:lnTo>
                <a:lnTo>
                  <a:pt x="273949" y="393299"/>
                </a:lnTo>
                <a:lnTo>
                  <a:pt x="231628" y="397025"/>
                </a:lnTo>
                <a:close/>
              </a:path>
              <a:path w="403859" h="397510">
                <a:moveTo>
                  <a:pt x="368994" y="321926"/>
                </a:moveTo>
                <a:lnTo>
                  <a:pt x="240006" y="321926"/>
                </a:lnTo>
                <a:lnTo>
                  <a:pt x="271775" y="308706"/>
                </a:lnTo>
                <a:lnTo>
                  <a:pt x="287360" y="284290"/>
                </a:lnTo>
                <a:lnTo>
                  <a:pt x="288737" y="254780"/>
                </a:lnTo>
                <a:lnTo>
                  <a:pt x="288826" y="252887"/>
                </a:lnTo>
                <a:lnTo>
                  <a:pt x="278234" y="218704"/>
                </a:lnTo>
                <a:lnTo>
                  <a:pt x="257649" y="185951"/>
                </a:lnTo>
                <a:lnTo>
                  <a:pt x="229133" y="158835"/>
                </a:lnTo>
                <a:lnTo>
                  <a:pt x="194750" y="141565"/>
                </a:lnTo>
                <a:lnTo>
                  <a:pt x="156563" y="138351"/>
                </a:lnTo>
                <a:lnTo>
                  <a:pt x="401125" y="138351"/>
                </a:lnTo>
                <a:lnTo>
                  <a:pt x="403621" y="162278"/>
                </a:lnTo>
                <a:lnTo>
                  <a:pt x="402848" y="209469"/>
                </a:lnTo>
                <a:lnTo>
                  <a:pt x="396180" y="253780"/>
                </a:lnTo>
                <a:lnTo>
                  <a:pt x="383605" y="294103"/>
                </a:lnTo>
                <a:lnTo>
                  <a:pt x="368994" y="321926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" y="4567643"/>
            <a:ext cx="95547" cy="251981"/>
          </a:xfrm>
          <a:custGeom>
            <a:avLst/>
            <a:gdLst/>
            <a:ahLst/>
            <a:cxnLst/>
            <a:rect l="l" t="t" r="r" b="b"/>
            <a:pathLst>
              <a:path w="62865" h="175895">
                <a:moveTo>
                  <a:pt x="0" y="175578"/>
                </a:moveTo>
                <a:lnTo>
                  <a:pt x="0" y="0"/>
                </a:lnTo>
                <a:lnTo>
                  <a:pt x="36820" y="15919"/>
                </a:lnTo>
                <a:lnTo>
                  <a:pt x="62146" y="44252"/>
                </a:lnTo>
                <a:lnTo>
                  <a:pt x="62441" y="91812"/>
                </a:lnTo>
                <a:lnTo>
                  <a:pt x="41611" y="136509"/>
                </a:lnTo>
                <a:lnTo>
                  <a:pt x="10188" y="170542"/>
                </a:lnTo>
                <a:lnTo>
                  <a:pt x="0" y="175578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74843" y="25329528"/>
            <a:ext cx="302085" cy="106432"/>
          </a:xfrm>
          <a:custGeom>
            <a:avLst/>
            <a:gdLst/>
            <a:ahLst/>
            <a:cxnLst/>
            <a:rect l="l" t="t" r="r" b="b"/>
            <a:pathLst>
              <a:path w="198754" h="74294">
                <a:moveTo>
                  <a:pt x="32105" y="55206"/>
                </a:moveTo>
                <a:lnTo>
                  <a:pt x="21907" y="58242"/>
                </a:lnTo>
                <a:lnTo>
                  <a:pt x="11849" y="60210"/>
                </a:lnTo>
                <a:lnTo>
                  <a:pt x="3898" y="64312"/>
                </a:lnTo>
                <a:lnTo>
                  <a:pt x="0" y="73723"/>
                </a:lnTo>
                <a:lnTo>
                  <a:pt x="8966" y="69469"/>
                </a:lnTo>
                <a:lnTo>
                  <a:pt x="19786" y="65976"/>
                </a:lnTo>
                <a:lnTo>
                  <a:pt x="28740" y="61722"/>
                </a:lnTo>
                <a:lnTo>
                  <a:pt x="32105" y="55206"/>
                </a:lnTo>
                <a:close/>
              </a:path>
              <a:path w="198754" h="74294">
                <a:moveTo>
                  <a:pt x="198424" y="0"/>
                </a:moveTo>
                <a:lnTo>
                  <a:pt x="165315" y="8267"/>
                </a:lnTo>
                <a:lnTo>
                  <a:pt x="129463" y="18161"/>
                </a:lnTo>
                <a:lnTo>
                  <a:pt x="93319" y="31153"/>
                </a:lnTo>
                <a:lnTo>
                  <a:pt x="59321" y="48704"/>
                </a:lnTo>
                <a:lnTo>
                  <a:pt x="97256" y="36461"/>
                </a:lnTo>
                <a:lnTo>
                  <a:pt x="132892" y="25666"/>
                </a:lnTo>
                <a:lnTo>
                  <a:pt x="166522" y="14224"/>
                </a:lnTo>
                <a:lnTo>
                  <a:pt x="198424" y="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-37" y="24718168"/>
            <a:ext cx="3450326" cy="1379981"/>
          </a:xfrm>
          <a:custGeom>
            <a:avLst/>
            <a:gdLst/>
            <a:ahLst/>
            <a:cxnLst/>
            <a:rect l="l" t="t" r="r" b="b"/>
            <a:pathLst>
              <a:path w="2270125" h="963294">
                <a:moveTo>
                  <a:pt x="133350" y="559244"/>
                </a:moveTo>
                <a:lnTo>
                  <a:pt x="84416" y="578662"/>
                </a:lnTo>
                <a:lnTo>
                  <a:pt x="43929" y="596531"/>
                </a:lnTo>
                <a:lnTo>
                  <a:pt x="5537" y="610514"/>
                </a:lnTo>
                <a:lnTo>
                  <a:pt x="0" y="610692"/>
                </a:lnTo>
                <a:lnTo>
                  <a:pt x="0" y="620864"/>
                </a:lnTo>
                <a:lnTo>
                  <a:pt x="13982" y="615315"/>
                </a:lnTo>
                <a:lnTo>
                  <a:pt x="43586" y="602894"/>
                </a:lnTo>
                <a:lnTo>
                  <a:pt x="133350" y="559244"/>
                </a:lnTo>
                <a:close/>
              </a:path>
              <a:path w="2270125" h="963294">
                <a:moveTo>
                  <a:pt x="2227618" y="675487"/>
                </a:moveTo>
                <a:lnTo>
                  <a:pt x="2210524" y="672249"/>
                </a:lnTo>
                <a:lnTo>
                  <a:pt x="2193074" y="669861"/>
                </a:lnTo>
                <a:lnTo>
                  <a:pt x="2176780" y="664616"/>
                </a:lnTo>
                <a:lnTo>
                  <a:pt x="2163165" y="652780"/>
                </a:lnTo>
                <a:lnTo>
                  <a:pt x="2122944" y="663422"/>
                </a:lnTo>
                <a:lnTo>
                  <a:pt x="2086241" y="671842"/>
                </a:lnTo>
                <a:lnTo>
                  <a:pt x="2008416" y="688124"/>
                </a:lnTo>
                <a:lnTo>
                  <a:pt x="2004682" y="682942"/>
                </a:lnTo>
                <a:lnTo>
                  <a:pt x="1998980" y="682574"/>
                </a:lnTo>
                <a:lnTo>
                  <a:pt x="1997049" y="672960"/>
                </a:lnTo>
                <a:lnTo>
                  <a:pt x="1949805" y="689698"/>
                </a:lnTo>
                <a:lnTo>
                  <a:pt x="1906371" y="699173"/>
                </a:lnTo>
                <a:lnTo>
                  <a:pt x="1865337" y="706742"/>
                </a:lnTo>
                <a:lnTo>
                  <a:pt x="1825256" y="717753"/>
                </a:lnTo>
                <a:lnTo>
                  <a:pt x="1784731" y="737577"/>
                </a:lnTo>
                <a:lnTo>
                  <a:pt x="1781568" y="731075"/>
                </a:lnTo>
                <a:lnTo>
                  <a:pt x="1745145" y="749554"/>
                </a:lnTo>
                <a:lnTo>
                  <a:pt x="1736852" y="777760"/>
                </a:lnTo>
                <a:lnTo>
                  <a:pt x="1749209" y="770509"/>
                </a:lnTo>
                <a:lnTo>
                  <a:pt x="1760283" y="750443"/>
                </a:lnTo>
                <a:lnTo>
                  <a:pt x="1772031" y="742937"/>
                </a:lnTo>
                <a:lnTo>
                  <a:pt x="1817204" y="737616"/>
                </a:lnTo>
                <a:lnTo>
                  <a:pt x="1863750" y="729513"/>
                </a:lnTo>
                <a:lnTo>
                  <a:pt x="1907197" y="720064"/>
                </a:lnTo>
                <a:lnTo>
                  <a:pt x="1943061" y="710692"/>
                </a:lnTo>
                <a:lnTo>
                  <a:pt x="1949196" y="717334"/>
                </a:lnTo>
                <a:lnTo>
                  <a:pt x="1966823" y="712927"/>
                </a:lnTo>
                <a:lnTo>
                  <a:pt x="1988731" y="704316"/>
                </a:lnTo>
                <a:lnTo>
                  <a:pt x="2007743" y="698385"/>
                </a:lnTo>
                <a:lnTo>
                  <a:pt x="2053374" y="694982"/>
                </a:lnTo>
                <a:lnTo>
                  <a:pt x="2100694" y="695718"/>
                </a:lnTo>
                <a:lnTo>
                  <a:pt x="2143798" y="697433"/>
                </a:lnTo>
                <a:lnTo>
                  <a:pt x="2176792" y="696937"/>
                </a:lnTo>
                <a:lnTo>
                  <a:pt x="2182647" y="692302"/>
                </a:lnTo>
                <a:lnTo>
                  <a:pt x="2184984" y="686219"/>
                </a:lnTo>
                <a:lnTo>
                  <a:pt x="2188692" y="680694"/>
                </a:lnTo>
                <a:lnTo>
                  <a:pt x="2198636" y="677722"/>
                </a:lnTo>
                <a:lnTo>
                  <a:pt x="2204821" y="682091"/>
                </a:lnTo>
                <a:lnTo>
                  <a:pt x="2207285" y="688174"/>
                </a:lnTo>
                <a:lnTo>
                  <a:pt x="2209368" y="703148"/>
                </a:lnTo>
                <a:lnTo>
                  <a:pt x="2222741" y="688454"/>
                </a:lnTo>
                <a:lnTo>
                  <a:pt x="2226576" y="682548"/>
                </a:lnTo>
                <a:lnTo>
                  <a:pt x="2227618" y="675487"/>
                </a:lnTo>
                <a:close/>
              </a:path>
              <a:path w="2270125" h="963294">
                <a:moveTo>
                  <a:pt x="2269769" y="465315"/>
                </a:moveTo>
                <a:lnTo>
                  <a:pt x="2255850" y="423849"/>
                </a:lnTo>
                <a:lnTo>
                  <a:pt x="2234590" y="390245"/>
                </a:lnTo>
                <a:lnTo>
                  <a:pt x="2172106" y="354203"/>
                </a:lnTo>
                <a:lnTo>
                  <a:pt x="2131237" y="349211"/>
                </a:lnTo>
                <a:lnTo>
                  <a:pt x="2083650" y="349516"/>
                </a:lnTo>
                <a:lnTo>
                  <a:pt x="2031936" y="351243"/>
                </a:lnTo>
                <a:lnTo>
                  <a:pt x="2031936" y="577430"/>
                </a:lnTo>
                <a:lnTo>
                  <a:pt x="1985937" y="591667"/>
                </a:lnTo>
                <a:lnTo>
                  <a:pt x="1845208" y="630656"/>
                </a:lnTo>
                <a:lnTo>
                  <a:pt x="1797913" y="642391"/>
                </a:lnTo>
                <a:lnTo>
                  <a:pt x="1750758" y="655396"/>
                </a:lnTo>
                <a:lnTo>
                  <a:pt x="1721548" y="660184"/>
                </a:lnTo>
                <a:lnTo>
                  <a:pt x="1693214" y="661123"/>
                </a:lnTo>
                <a:lnTo>
                  <a:pt x="1693214" y="683996"/>
                </a:lnTo>
                <a:lnTo>
                  <a:pt x="1690827" y="691692"/>
                </a:lnTo>
                <a:lnTo>
                  <a:pt x="1682978" y="694499"/>
                </a:lnTo>
                <a:lnTo>
                  <a:pt x="1673936" y="696074"/>
                </a:lnTo>
                <a:lnTo>
                  <a:pt x="1667814" y="695007"/>
                </a:lnTo>
                <a:lnTo>
                  <a:pt x="1670253" y="688568"/>
                </a:lnTo>
                <a:lnTo>
                  <a:pt x="1678063" y="684491"/>
                </a:lnTo>
                <a:lnTo>
                  <a:pt x="1693214" y="683996"/>
                </a:lnTo>
                <a:lnTo>
                  <a:pt x="1693214" y="661123"/>
                </a:lnTo>
                <a:lnTo>
                  <a:pt x="1662531" y="662139"/>
                </a:lnTo>
                <a:lnTo>
                  <a:pt x="1634832" y="665607"/>
                </a:lnTo>
                <a:lnTo>
                  <a:pt x="1588528" y="676033"/>
                </a:lnTo>
                <a:lnTo>
                  <a:pt x="1458302" y="714679"/>
                </a:lnTo>
                <a:lnTo>
                  <a:pt x="1414729" y="722477"/>
                </a:lnTo>
                <a:lnTo>
                  <a:pt x="1369453" y="721448"/>
                </a:lnTo>
                <a:lnTo>
                  <a:pt x="1351851" y="728383"/>
                </a:lnTo>
                <a:lnTo>
                  <a:pt x="1338541" y="736447"/>
                </a:lnTo>
                <a:lnTo>
                  <a:pt x="1326438" y="740664"/>
                </a:lnTo>
                <a:lnTo>
                  <a:pt x="1399870" y="707732"/>
                </a:lnTo>
                <a:lnTo>
                  <a:pt x="1497177" y="685431"/>
                </a:lnTo>
                <a:lnTo>
                  <a:pt x="1547177" y="676148"/>
                </a:lnTo>
                <a:lnTo>
                  <a:pt x="1596682" y="664337"/>
                </a:lnTo>
                <a:lnTo>
                  <a:pt x="1644815" y="651294"/>
                </a:lnTo>
                <a:lnTo>
                  <a:pt x="1690547" y="634530"/>
                </a:lnTo>
                <a:lnTo>
                  <a:pt x="1732915" y="614057"/>
                </a:lnTo>
                <a:lnTo>
                  <a:pt x="1780946" y="612457"/>
                </a:lnTo>
                <a:lnTo>
                  <a:pt x="1830666" y="606996"/>
                </a:lnTo>
                <a:lnTo>
                  <a:pt x="1881289" y="597687"/>
                </a:lnTo>
                <a:lnTo>
                  <a:pt x="1932216" y="589635"/>
                </a:lnTo>
                <a:lnTo>
                  <a:pt x="1982609" y="580339"/>
                </a:lnTo>
                <a:lnTo>
                  <a:pt x="2031936" y="577430"/>
                </a:lnTo>
                <a:lnTo>
                  <a:pt x="2031936" y="351243"/>
                </a:lnTo>
                <a:lnTo>
                  <a:pt x="2031784" y="351243"/>
                </a:lnTo>
                <a:lnTo>
                  <a:pt x="1932330" y="358368"/>
                </a:lnTo>
                <a:lnTo>
                  <a:pt x="1789811" y="374535"/>
                </a:lnTo>
                <a:lnTo>
                  <a:pt x="1741043" y="381241"/>
                </a:lnTo>
                <a:lnTo>
                  <a:pt x="1592465" y="409067"/>
                </a:lnTo>
                <a:lnTo>
                  <a:pt x="1147889" y="510260"/>
                </a:lnTo>
                <a:lnTo>
                  <a:pt x="1100620" y="519455"/>
                </a:lnTo>
                <a:lnTo>
                  <a:pt x="1054252" y="531164"/>
                </a:lnTo>
                <a:lnTo>
                  <a:pt x="1046378" y="528878"/>
                </a:lnTo>
                <a:lnTo>
                  <a:pt x="1044905" y="525119"/>
                </a:lnTo>
                <a:lnTo>
                  <a:pt x="1043559" y="521347"/>
                </a:lnTo>
                <a:lnTo>
                  <a:pt x="1036104" y="521601"/>
                </a:lnTo>
                <a:lnTo>
                  <a:pt x="1023874" y="532168"/>
                </a:lnTo>
                <a:lnTo>
                  <a:pt x="1010653" y="537692"/>
                </a:lnTo>
                <a:lnTo>
                  <a:pt x="997623" y="538124"/>
                </a:lnTo>
                <a:lnTo>
                  <a:pt x="985951" y="533425"/>
                </a:lnTo>
                <a:lnTo>
                  <a:pt x="1031697" y="501408"/>
                </a:lnTo>
                <a:lnTo>
                  <a:pt x="1042746" y="490880"/>
                </a:lnTo>
                <a:lnTo>
                  <a:pt x="1071537" y="465772"/>
                </a:lnTo>
                <a:lnTo>
                  <a:pt x="1103439" y="429133"/>
                </a:lnTo>
                <a:lnTo>
                  <a:pt x="1125131" y="389026"/>
                </a:lnTo>
                <a:lnTo>
                  <a:pt x="1127036" y="378790"/>
                </a:lnTo>
                <a:lnTo>
                  <a:pt x="1134389" y="342976"/>
                </a:lnTo>
                <a:lnTo>
                  <a:pt x="1153579" y="332168"/>
                </a:lnTo>
                <a:lnTo>
                  <a:pt x="1165872" y="320319"/>
                </a:lnTo>
                <a:lnTo>
                  <a:pt x="1174483" y="304787"/>
                </a:lnTo>
                <a:lnTo>
                  <a:pt x="1182903" y="290525"/>
                </a:lnTo>
                <a:lnTo>
                  <a:pt x="1170533" y="282041"/>
                </a:lnTo>
                <a:lnTo>
                  <a:pt x="1170647" y="264248"/>
                </a:lnTo>
                <a:lnTo>
                  <a:pt x="1182687" y="232079"/>
                </a:lnTo>
                <a:lnTo>
                  <a:pt x="1168971" y="222377"/>
                </a:lnTo>
                <a:lnTo>
                  <a:pt x="1167333" y="208457"/>
                </a:lnTo>
                <a:lnTo>
                  <a:pt x="1170101" y="191846"/>
                </a:lnTo>
                <a:lnTo>
                  <a:pt x="1169670" y="176606"/>
                </a:lnTo>
                <a:lnTo>
                  <a:pt x="1154925" y="144056"/>
                </a:lnTo>
                <a:lnTo>
                  <a:pt x="1142187" y="113982"/>
                </a:lnTo>
                <a:lnTo>
                  <a:pt x="1128737" y="83934"/>
                </a:lnTo>
                <a:lnTo>
                  <a:pt x="1111821" y="51460"/>
                </a:lnTo>
                <a:lnTo>
                  <a:pt x="1073340" y="32410"/>
                </a:lnTo>
                <a:lnTo>
                  <a:pt x="1031519" y="18554"/>
                </a:lnTo>
                <a:lnTo>
                  <a:pt x="1018730" y="15163"/>
                </a:lnTo>
                <a:lnTo>
                  <a:pt x="986739" y="6057"/>
                </a:lnTo>
                <a:lnTo>
                  <a:pt x="982205" y="5486"/>
                </a:lnTo>
                <a:lnTo>
                  <a:pt x="982205" y="16383"/>
                </a:lnTo>
                <a:lnTo>
                  <a:pt x="971511" y="16738"/>
                </a:lnTo>
                <a:lnTo>
                  <a:pt x="953795" y="9702"/>
                </a:lnTo>
                <a:lnTo>
                  <a:pt x="943597" y="7493"/>
                </a:lnTo>
                <a:lnTo>
                  <a:pt x="950074" y="3467"/>
                </a:lnTo>
                <a:lnTo>
                  <a:pt x="961326" y="5638"/>
                </a:lnTo>
                <a:lnTo>
                  <a:pt x="973353" y="10325"/>
                </a:lnTo>
                <a:lnTo>
                  <a:pt x="982205" y="16383"/>
                </a:lnTo>
                <a:lnTo>
                  <a:pt x="982205" y="5486"/>
                </a:lnTo>
                <a:lnTo>
                  <a:pt x="963218" y="3035"/>
                </a:lnTo>
                <a:lnTo>
                  <a:pt x="939685" y="0"/>
                </a:lnTo>
                <a:lnTo>
                  <a:pt x="890866" y="355"/>
                </a:lnTo>
                <a:lnTo>
                  <a:pt x="840625" y="2032"/>
                </a:lnTo>
                <a:lnTo>
                  <a:pt x="789571" y="7543"/>
                </a:lnTo>
                <a:lnTo>
                  <a:pt x="738124" y="14325"/>
                </a:lnTo>
                <a:lnTo>
                  <a:pt x="693153" y="24765"/>
                </a:lnTo>
                <a:lnTo>
                  <a:pt x="693153" y="313169"/>
                </a:lnTo>
                <a:lnTo>
                  <a:pt x="669023" y="321602"/>
                </a:lnTo>
                <a:lnTo>
                  <a:pt x="643407" y="331343"/>
                </a:lnTo>
                <a:lnTo>
                  <a:pt x="619772" y="338480"/>
                </a:lnTo>
                <a:lnTo>
                  <a:pt x="601294" y="331470"/>
                </a:lnTo>
                <a:lnTo>
                  <a:pt x="565708" y="349173"/>
                </a:lnTo>
                <a:lnTo>
                  <a:pt x="524891" y="364515"/>
                </a:lnTo>
                <a:lnTo>
                  <a:pt x="480529" y="379971"/>
                </a:lnTo>
                <a:lnTo>
                  <a:pt x="434340" y="398018"/>
                </a:lnTo>
                <a:lnTo>
                  <a:pt x="433895" y="385330"/>
                </a:lnTo>
                <a:lnTo>
                  <a:pt x="430707" y="379082"/>
                </a:lnTo>
                <a:lnTo>
                  <a:pt x="410921" y="378472"/>
                </a:lnTo>
                <a:lnTo>
                  <a:pt x="411734" y="375907"/>
                </a:lnTo>
                <a:lnTo>
                  <a:pt x="416788" y="364299"/>
                </a:lnTo>
                <a:lnTo>
                  <a:pt x="430034" y="356235"/>
                </a:lnTo>
                <a:lnTo>
                  <a:pt x="445960" y="351891"/>
                </a:lnTo>
                <a:lnTo>
                  <a:pt x="459917" y="351434"/>
                </a:lnTo>
                <a:lnTo>
                  <a:pt x="457542" y="359130"/>
                </a:lnTo>
                <a:lnTo>
                  <a:pt x="451688" y="365683"/>
                </a:lnTo>
                <a:lnTo>
                  <a:pt x="444893" y="369709"/>
                </a:lnTo>
                <a:lnTo>
                  <a:pt x="439864" y="374967"/>
                </a:lnTo>
                <a:lnTo>
                  <a:pt x="482053" y="369747"/>
                </a:lnTo>
                <a:lnTo>
                  <a:pt x="501624" y="365290"/>
                </a:lnTo>
                <a:lnTo>
                  <a:pt x="517232" y="357149"/>
                </a:lnTo>
                <a:lnTo>
                  <a:pt x="519645" y="355790"/>
                </a:lnTo>
                <a:lnTo>
                  <a:pt x="518528" y="349478"/>
                </a:lnTo>
                <a:lnTo>
                  <a:pt x="517423" y="343154"/>
                </a:lnTo>
                <a:lnTo>
                  <a:pt x="523252" y="341693"/>
                </a:lnTo>
                <a:lnTo>
                  <a:pt x="537425" y="337413"/>
                </a:lnTo>
                <a:lnTo>
                  <a:pt x="585406" y="332003"/>
                </a:lnTo>
                <a:lnTo>
                  <a:pt x="612267" y="323481"/>
                </a:lnTo>
                <a:lnTo>
                  <a:pt x="613371" y="315823"/>
                </a:lnTo>
                <a:lnTo>
                  <a:pt x="638911" y="308622"/>
                </a:lnTo>
                <a:lnTo>
                  <a:pt x="671385" y="307543"/>
                </a:lnTo>
                <a:lnTo>
                  <a:pt x="693153" y="313169"/>
                </a:lnTo>
                <a:lnTo>
                  <a:pt x="693153" y="24765"/>
                </a:lnTo>
                <a:lnTo>
                  <a:pt x="686943" y="26200"/>
                </a:lnTo>
                <a:lnTo>
                  <a:pt x="550291" y="65049"/>
                </a:lnTo>
                <a:lnTo>
                  <a:pt x="517359" y="75018"/>
                </a:lnTo>
                <a:lnTo>
                  <a:pt x="517359" y="343166"/>
                </a:lnTo>
                <a:lnTo>
                  <a:pt x="516140" y="343204"/>
                </a:lnTo>
                <a:lnTo>
                  <a:pt x="517080" y="341896"/>
                </a:lnTo>
                <a:lnTo>
                  <a:pt x="517359" y="343166"/>
                </a:lnTo>
                <a:lnTo>
                  <a:pt x="517359" y="75018"/>
                </a:lnTo>
                <a:lnTo>
                  <a:pt x="503047" y="79336"/>
                </a:lnTo>
                <a:lnTo>
                  <a:pt x="455193" y="96177"/>
                </a:lnTo>
                <a:lnTo>
                  <a:pt x="406692" y="111760"/>
                </a:lnTo>
                <a:lnTo>
                  <a:pt x="365645" y="125857"/>
                </a:lnTo>
                <a:lnTo>
                  <a:pt x="365645" y="377431"/>
                </a:lnTo>
                <a:lnTo>
                  <a:pt x="333184" y="397573"/>
                </a:lnTo>
                <a:lnTo>
                  <a:pt x="295846" y="416610"/>
                </a:lnTo>
                <a:lnTo>
                  <a:pt x="254469" y="434505"/>
                </a:lnTo>
                <a:lnTo>
                  <a:pt x="210032" y="457581"/>
                </a:lnTo>
                <a:lnTo>
                  <a:pt x="215188" y="461225"/>
                </a:lnTo>
                <a:lnTo>
                  <a:pt x="222377" y="460984"/>
                </a:lnTo>
                <a:lnTo>
                  <a:pt x="230517" y="458165"/>
                </a:lnTo>
                <a:lnTo>
                  <a:pt x="197878" y="484670"/>
                </a:lnTo>
                <a:lnTo>
                  <a:pt x="155295" y="505142"/>
                </a:lnTo>
                <a:lnTo>
                  <a:pt x="111404" y="521855"/>
                </a:lnTo>
                <a:lnTo>
                  <a:pt x="74904" y="538314"/>
                </a:lnTo>
                <a:lnTo>
                  <a:pt x="75539" y="526859"/>
                </a:lnTo>
                <a:lnTo>
                  <a:pt x="81711" y="515213"/>
                </a:lnTo>
                <a:lnTo>
                  <a:pt x="91655" y="509803"/>
                </a:lnTo>
                <a:lnTo>
                  <a:pt x="103492" y="513219"/>
                </a:lnTo>
                <a:lnTo>
                  <a:pt x="102908" y="509435"/>
                </a:lnTo>
                <a:lnTo>
                  <a:pt x="102323" y="505637"/>
                </a:lnTo>
                <a:lnTo>
                  <a:pt x="104990" y="499198"/>
                </a:lnTo>
                <a:lnTo>
                  <a:pt x="107873" y="494017"/>
                </a:lnTo>
                <a:lnTo>
                  <a:pt x="107238" y="486410"/>
                </a:lnTo>
                <a:lnTo>
                  <a:pt x="152260" y="459498"/>
                </a:lnTo>
                <a:lnTo>
                  <a:pt x="196456" y="438975"/>
                </a:lnTo>
                <a:lnTo>
                  <a:pt x="239763" y="419747"/>
                </a:lnTo>
                <a:lnTo>
                  <a:pt x="318338" y="392988"/>
                </a:lnTo>
                <a:lnTo>
                  <a:pt x="324307" y="390245"/>
                </a:lnTo>
                <a:lnTo>
                  <a:pt x="365645" y="377431"/>
                </a:lnTo>
                <a:lnTo>
                  <a:pt x="365645" y="125857"/>
                </a:lnTo>
                <a:lnTo>
                  <a:pt x="308330" y="145529"/>
                </a:lnTo>
                <a:lnTo>
                  <a:pt x="208826" y="183146"/>
                </a:lnTo>
                <a:lnTo>
                  <a:pt x="158775" y="200063"/>
                </a:lnTo>
                <a:lnTo>
                  <a:pt x="12" y="261251"/>
                </a:lnTo>
                <a:lnTo>
                  <a:pt x="25" y="360375"/>
                </a:lnTo>
                <a:lnTo>
                  <a:pt x="0" y="599262"/>
                </a:lnTo>
                <a:lnTo>
                  <a:pt x="6959" y="596493"/>
                </a:lnTo>
                <a:lnTo>
                  <a:pt x="52235" y="575919"/>
                </a:lnTo>
                <a:lnTo>
                  <a:pt x="98501" y="556590"/>
                </a:lnTo>
                <a:lnTo>
                  <a:pt x="145542" y="535965"/>
                </a:lnTo>
                <a:lnTo>
                  <a:pt x="357060" y="453961"/>
                </a:lnTo>
                <a:lnTo>
                  <a:pt x="484492" y="410337"/>
                </a:lnTo>
                <a:lnTo>
                  <a:pt x="532358" y="394766"/>
                </a:lnTo>
                <a:lnTo>
                  <a:pt x="626186" y="368769"/>
                </a:lnTo>
                <a:lnTo>
                  <a:pt x="671817" y="358355"/>
                </a:lnTo>
                <a:lnTo>
                  <a:pt x="644753" y="378320"/>
                </a:lnTo>
                <a:lnTo>
                  <a:pt x="606031" y="391045"/>
                </a:lnTo>
                <a:lnTo>
                  <a:pt x="567791" y="401205"/>
                </a:lnTo>
                <a:lnTo>
                  <a:pt x="542277" y="417309"/>
                </a:lnTo>
                <a:lnTo>
                  <a:pt x="565797" y="412711"/>
                </a:lnTo>
                <a:lnTo>
                  <a:pt x="591591" y="402958"/>
                </a:lnTo>
                <a:lnTo>
                  <a:pt x="616775" y="395770"/>
                </a:lnTo>
                <a:lnTo>
                  <a:pt x="591756" y="438531"/>
                </a:lnTo>
                <a:lnTo>
                  <a:pt x="528688" y="467309"/>
                </a:lnTo>
                <a:lnTo>
                  <a:pt x="428764" y="502399"/>
                </a:lnTo>
                <a:lnTo>
                  <a:pt x="380009" y="516737"/>
                </a:lnTo>
                <a:lnTo>
                  <a:pt x="332155" y="533577"/>
                </a:lnTo>
                <a:lnTo>
                  <a:pt x="285000" y="549122"/>
                </a:lnTo>
                <a:lnTo>
                  <a:pt x="192836" y="582676"/>
                </a:lnTo>
                <a:lnTo>
                  <a:pt x="103187" y="619975"/>
                </a:lnTo>
                <a:lnTo>
                  <a:pt x="59194" y="640499"/>
                </a:lnTo>
                <a:lnTo>
                  <a:pt x="15722" y="663549"/>
                </a:lnTo>
                <a:lnTo>
                  <a:pt x="0" y="671690"/>
                </a:lnTo>
                <a:lnTo>
                  <a:pt x="0" y="675500"/>
                </a:lnTo>
                <a:lnTo>
                  <a:pt x="12" y="688213"/>
                </a:lnTo>
                <a:lnTo>
                  <a:pt x="42379" y="671550"/>
                </a:lnTo>
                <a:lnTo>
                  <a:pt x="142748" y="641527"/>
                </a:lnTo>
                <a:lnTo>
                  <a:pt x="192697" y="628434"/>
                </a:lnTo>
                <a:lnTo>
                  <a:pt x="200418" y="623087"/>
                </a:lnTo>
                <a:lnTo>
                  <a:pt x="209689" y="615162"/>
                </a:lnTo>
                <a:lnTo>
                  <a:pt x="218719" y="608507"/>
                </a:lnTo>
                <a:lnTo>
                  <a:pt x="225501" y="600659"/>
                </a:lnTo>
                <a:lnTo>
                  <a:pt x="259232" y="594448"/>
                </a:lnTo>
                <a:lnTo>
                  <a:pt x="290334" y="583247"/>
                </a:lnTo>
                <a:lnTo>
                  <a:pt x="318630" y="567067"/>
                </a:lnTo>
                <a:lnTo>
                  <a:pt x="344119" y="550964"/>
                </a:lnTo>
                <a:lnTo>
                  <a:pt x="378637" y="549821"/>
                </a:lnTo>
                <a:lnTo>
                  <a:pt x="417830" y="537083"/>
                </a:lnTo>
                <a:lnTo>
                  <a:pt x="459066" y="517918"/>
                </a:lnTo>
                <a:lnTo>
                  <a:pt x="500049" y="508927"/>
                </a:lnTo>
                <a:lnTo>
                  <a:pt x="538111" y="514019"/>
                </a:lnTo>
                <a:lnTo>
                  <a:pt x="514057" y="552932"/>
                </a:lnTo>
                <a:lnTo>
                  <a:pt x="489546" y="591870"/>
                </a:lnTo>
                <a:lnTo>
                  <a:pt x="466128" y="630770"/>
                </a:lnTo>
                <a:lnTo>
                  <a:pt x="445427" y="672122"/>
                </a:lnTo>
                <a:lnTo>
                  <a:pt x="445516" y="673392"/>
                </a:lnTo>
                <a:lnTo>
                  <a:pt x="445693" y="675932"/>
                </a:lnTo>
                <a:lnTo>
                  <a:pt x="445795" y="677202"/>
                </a:lnTo>
                <a:lnTo>
                  <a:pt x="445973" y="679729"/>
                </a:lnTo>
                <a:lnTo>
                  <a:pt x="446062" y="680999"/>
                </a:lnTo>
                <a:lnTo>
                  <a:pt x="448945" y="721563"/>
                </a:lnTo>
                <a:lnTo>
                  <a:pt x="449148" y="724103"/>
                </a:lnTo>
                <a:lnTo>
                  <a:pt x="449313" y="725360"/>
                </a:lnTo>
                <a:lnTo>
                  <a:pt x="453288" y="767168"/>
                </a:lnTo>
                <a:lnTo>
                  <a:pt x="462216" y="815162"/>
                </a:lnTo>
                <a:lnTo>
                  <a:pt x="479272" y="864146"/>
                </a:lnTo>
                <a:lnTo>
                  <a:pt x="508063" y="915289"/>
                </a:lnTo>
                <a:lnTo>
                  <a:pt x="526592" y="922299"/>
                </a:lnTo>
                <a:lnTo>
                  <a:pt x="540054" y="933284"/>
                </a:lnTo>
                <a:lnTo>
                  <a:pt x="552297" y="948131"/>
                </a:lnTo>
                <a:lnTo>
                  <a:pt x="567029" y="961618"/>
                </a:lnTo>
                <a:lnTo>
                  <a:pt x="571576" y="962736"/>
                </a:lnTo>
                <a:lnTo>
                  <a:pt x="694156" y="958659"/>
                </a:lnTo>
                <a:lnTo>
                  <a:pt x="841883" y="913079"/>
                </a:lnTo>
                <a:lnTo>
                  <a:pt x="882230" y="904113"/>
                </a:lnTo>
                <a:lnTo>
                  <a:pt x="921461" y="897724"/>
                </a:lnTo>
                <a:lnTo>
                  <a:pt x="957580" y="886358"/>
                </a:lnTo>
                <a:lnTo>
                  <a:pt x="988898" y="872604"/>
                </a:lnTo>
                <a:lnTo>
                  <a:pt x="1036840" y="872286"/>
                </a:lnTo>
                <a:lnTo>
                  <a:pt x="1086954" y="869353"/>
                </a:lnTo>
                <a:lnTo>
                  <a:pt x="1138262" y="861288"/>
                </a:lnTo>
                <a:lnTo>
                  <a:pt x="1189977" y="851941"/>
                </a:lnTo>
                <a:lnTo>
                  <a:pt x="1196073" y="844118"/>
                </a:lnTo>
                <a:lnTo>
                  <a:pt x="1202664" y="838822"/>
                </a:lnTo>
                <a:lnTo>
                  <a:pt x="1209967" y="830948"/>
                </a:lnTo>
                <a:lnTo>
                  <a:pt x="1218501" y="824306"/>
                </a:lnTo>
                <a:lnTo>
                  <a:pt x="1267129" y="818883"/>
                </a:lnTo>
                <a:lnTo>
                  <a:pt x="1370215" y="804011"/>
                </a:lnTo>
                <a:lnTo>
                  <a:pt x="1422819" y="789559"/>
                </a:lnTo>
                <a:lnTo>
                  <a:pt x="1433004" y="785406"/>
                </a:lnTo>
                <a:lnTo>
                  <a:pt x="1442897" y="776185"/>
                </a:lnTo>
                <a:lnTo>
                  <a:pt x="1452994" y="770763"/>
                </a:lnTo>
                <a:lnTo>
                  <a:pt x="1463370" y="766610"/>
                </a:lnTo>
                <a:lnTo>
                  <a:pt x="1514729" y="754735"/>
                </a:lnTo>
                <a:lnTo>
                  <a:pt x="1568907" y="745312"/>
                </a:lnTo>
                <a:lnTo>
                  <a:pt x="1623555" y="738403"/>
                </a:lnTo>
                <a:lnTo>
                  <a:pt x="1665605" y="729386"/>
                </a:lnTo>
                <a:lnTo>
                  <a:pt x="1676095" y="726490"/>
                </a:lnTo>
                <a:lnTo>
                  <a:pt x="1718614" y="712381"/>
                </a:lnTo>
                <a:lnTo>
                  <a:pt x="1748053" y="701230"/>
                </a:lnTo>
                <a:lnTo>
                  <a:pt x="1766455" y="692988"/>
                </a:lnTo>
                <a:lnTo>
                  <a:pt x="1771065" y="691565"/>
                </a:lnTo>
                <a:lnTo>
                  <a:pt x="1808111" y="691603"/>
                </a:lnTo>
                <a:lnTo>
                  <a:pt x="1826818" y="689711"/>
                </a:lnTo>
                <a:lnTo>
                  <a:pt x="1845475" y="686549"/>
                </a:lnTo>
                <a:lnTo>
                  <a:pt x="1874862" y="677951"/>
                </a:lnTo>
                <a:lnTo>
                  <a:pt x="1882228" y="676440"/>
                </a:lnTo>
                <a:lnTo>
                  <a:pt x="1917357" y="660019"/>
                </a:lnTo>
                <a:lnTo>
                  <a:pt x="1939861" y="666889"/>
                </a:lnTo>
                <a:lnTo>
                  <a:pt x="1966963" y="663448"/>
                </a:lnTo>
                <a:lnTo>
                  <a:pt x="1988502" y="657656"/>
                </a:lnTo>
                <a:lnTo>
                  <a:pt x="1995652" y="654875"/>
                </a:lnTo>
                <a:lnTo>
                  <a:pt x="2023046" y="650151"/>
                </a:lnTo>
                <a:lnTo>
                  <a:pt x="2031174" y="643521"/>
                </a:lnTo>
                <a:lnTo>
                  <a:pt x="2033168" y="628218"/>
                </a:lnTo>
                <a:lnTo>
                  <a:pt x="2041321" y="622858"/>
                </a:lnTo>
                <a:lnTo>
                  <a:pt x="2086025" y="621385"/>
                </a:lnTo>
                <a:lnTo>
                  <a:pt x="2129345" y="623747"/>
                </a:lnTo>
                <a:lnTo>
                  <a:pt x="2167610" y="619925"/>
                </a:lnTo>
                <a:lnTo>
                  <a:pt x="2170925" y="618553"/>
                </a:lnTo>
                <a:lnTo>
                  <a:pt x="2197227" y="602424"/>
                </a:lnTo>
                <a:lnTo>
                  <a:pt x="2209711" y="607098"/>
                </a:lnTo>
                <a:lnTo>
                  <a:pt x="2226843" y="610336"/>
                </a:lnTo>
                <a:lnTo>
                  <a:pt x="2247074" y="609663"/>
                </a:lnTo>
                <a:lnTo>
                  <a:pt x="2268956" y="605116"/>
                </a:lnTo>
                <a:lnTo>
                  <a:pt x="2246071" y="600798"/>
                </a:lnTo>
                <a:lnTo>
                  <a:pt x="2238400" y="598512"/>
                </a:lnTo>
                <a:lnTo>
                  <a:pt x="2225052" y="591337"/>
                </a:lnTo>
                <a:lnTo>
                  <a:pt x="2215489" y="575132"/>
                </a:lnTo>
                <a:lnTo>
                  <a:pt x="2222411" y="571093"/>
                </a:lnTo>
                <a:lnTo>
                  <a:pt x="2229332" y="567042"/>
                </a:lnTo>
                <a:lnTo>
                  <a:pt x="2242578" y="558977"/>
                </a:lnTo>
                <a:lnTo>
                  <a:pt x="2252726" y="547204"/>
                </a:lnTo>
                <a:lnTo>
                  <a:pt x="2257374" y="531812"/>
                </a:lnTo>
                <a:lnTo>
                  <a:pt x="2252751" y="515442"/>
                </a:lnTo>
                <a:lnTo>
                  <a:pt x="2243213" y="514489"/>
                </a:lnTo>
                <a:lnTo>
                  <a:pt x="2232939" y="514832"/>
                </a:lnTo>
                <a:lnTo>
                  <a:pt x="2226145" y="504888"/>
                </a:lnTo>
                <a:lnTo>
                  <a:pt x="2237498" y="507047"/>
                </a:lnTo>
                <a:lnTo>
                  <a:pt x="2243518" y="504317"/>
                </a:lnTo>
                <a:lnTo>
                  <a:pt x="2249589" y="502843"/>
                </a:lnTo>
                <a:lnTo>
                  <a:pt x="2267801" y="495884"/>
                </a:lnTo>
                <a:lnTo>
                  <a:pt x="2260447" y="491045"/>
                </a:lnTo>
                <a:lnTo>
                  <a:pt x="2251862" y="483704"/>
                </a:lnTo>
                <a:lnTo>
                  <a:pt x="2245601" y="476288"/>
                </a:lnTo>
                <a:lnTo>
                  <a:pt x="2245271" y="469950"/>
                </a:lnTo>
                <a:lnTo>
                  <a:pt x="2245055" y="466140"/>
                </a:lnTo>
                <a:lnTo>
                  <a:pt x="2251202" y="465937"/>
                </a:lnTo>
                <a:lnTo>
                  <a:pt x="2256929" y="468287"/>
                </a:lnTo>
                <a:lnTo>
                  <a:pt x="2262860" y="468083"/>
                </a:lnTo>
                <a:lnTo>
                  <a:pt x="2269769" y="465315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7484" y="25431625"/>
            <a:ext cx="238248" cy="94731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0" y="12607156"/>
            <a:ext cx="1109895" cy="2391544"/>
          </a:xfrm>
          <a:custGeom>
            <a:avLst/>
            <a:gdLst/>
            <a:ahLst/>
            <a:cxnLst/>
            <a:rect l="l" t="t" r="r" b="b"/>
            <a:pathLst>
              <a:path w="730250" h="1669415">
                <a:moveTo>
                  <a:pt x="0" y="1363099"/>
                </a:moveTo>
                <a:lnTo>
                  <a:pt x="0" y="734651"/>
                </a:lnTo>
                <a:lnTo>
                  <a:pt x="7800" y="717400"/>
                </a:lnTo>
                <a:lnTo>
                  <a:pt x="28222" y="670882"/>
                </a:lnTo>
                <a:lnTo>
                  <a:pt x="48311" y="624030"/>
                </a:lnTo>
                <a:lnTo>
                  <a:pt x="68152" y="576930"/>
                </a:lnTo>
                <a:lnTo>
                  <a:pt x="87833" y="529670"/>
                </a:lnTo>
                <a:lnTo>
                  <a:pt x="127064" y="435018"/>
                </a:lnTo>
                <a:lnTo>
                  <a:pt x="146787" y="387799"/>
                </a:lnTo>
                <a:lnTo>
                  <a:pt x="166698" y="340769"/>
                </a:lnTo>
                <a:lnTo>
                  <a:pt x="186884" y="294013"/>
                </a:lnTo>
                <a:lnTo>
                  <a:pt x="207431" y="247620"/>
                </a:lnTo>
                <a:lnTo>
                  <a:pt x="228428" y="201676"/>
                </a:lnTo>
                <a:lnTo>
                  <a:pt x="249961" y="156267"/>
                </a:lnTo>
                <a:lnTo>
                  <a:pt x="272117" y="111482"/>
                </a:lnTo>
                <a:lnTo>
                  <a:pt x="294982" y="67408"/>
                </a:lnTo>
                <a:lnTo>
                  <a:pt x="318644" y="24131"/>
                </a:lnTo>
                <a:lnTo>
                  <a:pt x="332617" y="0"/>
                </a:lnTo>
                <a:lnTo>
                  <a:pt x="461477" y="0"/>
                </a:lnTo>
                <a:lnTo>
                  <a:pt x="444583" y="39666"/>
                </a:lnTo>
                <a:lnTo>
                  <a:pt x="425439" y="86500"/>
                </a:lnTo>
                <a:lnTo>
                  <a:pt x="406805" y="133846"/>
                </a:lnTo>
                <a:lnTo>
                  <a:pt x="388629" y="181652"/>
                </a:lnTo>
                <a:lnTo>
                  <a:pt x="370858" y="229865"/>
                </a:lnTo>
                <a:lnTo>
                  <a:pt x="353439" y="278432"/>
                </a:lnTo>
                <a:lnTo>
                  <a:pt x="336319" y="327299"/>
                </a:lnTo>
                <a:lnTo>
                  <a:pt x="319445" y="376413"/>
                </a:lnTo>
                <a:lnTo>
                  <a:pt x="302765" y="425722"/>
                </a:lnTo>
                <a:lnTo>
                  <a:pt x="286226" y="475172"/>
                </a:lnTo>
                <a:lnTo>
                  <a:pt x="236925" y="623839"/>
                </a:lnTo>
                <a:lnTo>
                  <a:pt x="220421" y="673324"/>
                </a:lnTo>
                <a:lnTo>
                  <a:pt x="203794" y="722684"/>
                </a:lnTo>
                <a:lnTo>
                  <a:pt x="186991" y="771868"/>
                </a:lnTo>
                <a:lnTo>
                  <a:pt x="169960" y="820822"/>
                </a:lnTo>
                <a:lnTo>
                  <a:pt x="152647" y="869492"/>
                </a:lnTo>
                <a:lnTo>
                  <a:pt x="134999" y="917827"/>
                </a:lnTo>
                <a:lnTo>
                  <a:pt x="663470" y="917827"/>
                </a:lnTo>
                <a:lnTo>
                  <a:pt x="623823" y="948421"/>
                </a:lnTo>
                <a:lnTo>
                  <a:pt x="586639" y="969317"/>
                </a:lnTo>
                <a:lnTo>
                  <a:pt x="546393" y="987153"/>
                </a:lnTo>
                <a:lnTo>
                  <a:pt x="503687" y="1002527"/>
                </a:lnTo>
                <a:lnTo>
                  <a:pt x="459122" y="1016042"/>
                </a:lnTo>
                <a:lnTo>
                  <a:pt x="413300" y="1028297"/>
                </a:lnTo>
                <a:lnTo>
                  <a:pt x="320286" y="1051434"/>
                </a:lnTo>
                <a:lnTo>
                  <a:pt x="274298" y="1063517"/>
                </a:lnTo>
                <a:lnTo>
                  <a:pt x="229458" y="1076744"/>
                </a:lnTo>
                <a:lnTo>
                  <a:pt x="186366" y="1091716"/>
                </a:lnTo>
                <a:lnTo>
                  <a:pt x="145625" y="1109034"/>
                </a:lnTo>
                <a:lnTo>
                  <a:pt x="159845" y="1144655"/>
                </a:lnTo>
                <a:lnTo>
                  <a:pt x="181535" y="1186637"/>
                </a:lnTo>
                <a:lnTo>
                  <a:pt x="209088" y="1233555"/>
                </a:lnTo>
                <a:lnTo>
                  <a:pt x="240898" y="1283990"/>
                </a:lnTo>
                <a:lnTo>
                  <a:pt x="272470" y="1332117"/>
                </a:lnTo>
                <a:lnTo>
                  <a:pt x="18079" y="1332117"/>
                </a:lnTo>
                <a:lnTo>
                  <a:pt x="0" y="1363099"/>
                </a:lnTo>
                <a:close/>
              </a:path>
              <a:path w="730250" h="1669415">
                <a:moveTo>
                  <a:pt x="663470" y="917827"/>
                </a:moveTo>
                <a:lnTo>
                  <a:pt x="134999" y="917827"/>
                </a:lnTo>
                <a:lnTo>
                  <a:pt x="177526" y="912231"/>
                </a:lnTo>
                <a:lnTo>
                  <a:pt x="223225" y="903232"/>
                </a:lnTo>
                <a:lnTo>
                  <a:pt x="271529" y="891722"/>
                </a:lnTo>
                <a:lnTo>
                  <a:pt x="426399" y="851038"/>
                </a:lnTo>
                <a:lnTo>
                  <a:pt x="479451" y="838396"/>
                </a:lnTo>
                <a:lnTo>
                  <a:pt x="532274" y="827700"/>
                </a:lnTo>
                <a:lnTo>
                  <a:pt x="584299" y="819841"/>
                </a:lnTo>
                <a:lnTo>
                  <a:pt x="634959" y="815710"/>
                </a:lnTo>
                <a:lnTo>
                  <a:pt x="683687" y="816200"/>
                </a:lnTo>
                <a:lnTo>
                  <a:pt x="729917" y="822201"/>
                </a:lnTo>
                <a:lnTo>
                  <a:pt x="710993" y="861352"/>
                </a:lnTo>
                <a:lnTo>
                  <a:pt x="686601" y="895039"/>
                </a:lnTo>
                <a:lnTo>
                  <a:pt x="663470" y="917827"/>
                </a:lnTo>
                <a:close/>
              </a:path>
              <a:path w="730250" h="1669415">
                <a:moveTo>
                  <a:pt x="406727" y="1669089"/>
                </a:moveTo>
                <a:lnTo>
                  <a:pt x="363073" y="1666264"/>
                </a:lnTo>
                <a:lnTo>
                  <a:pt x="322450" y="1654365"/>
                </a:lnTo>
                <a:lnTo>
                  <a:pt x="284563" y="1634736"/>
                </a:lnTo>
                <a:lnTo>
                  <a:pt x="249118" y="1608723"/>
                </a:lnTo>
                <a:lnTo>
                  <a:pt x="215821" y="1577670"/>
                </a:lnTo>
                <a:lnTo>
                  <a:pt x="184375" y="1542921"/>
                </a:lnTo>
                <a:lnTo>
                  <a:pt x="154486" y="1505821"/>
                </a:lnTo>
                <a:lnTo>
                  <a:pt x="125860" y="1467715"/>
                </a:lnTo>
                <a:lnTo>
                  <a:pt x="98201" y="1429947"/>
                </a:lnTo>
                <a:lnTo>
                  <a:pt x="71214" y="1393861"/>
                </a:lnTo>
                <a:lnTo>
                  <a:pt x="44605" y="1360803"/>
                </a:lnTo>
                <a:lnTo>
                  <a:pt x="18079" y="1332117"/>
                </a:lnTo>
                <a:lnTo>
                  <a:pt x="272470" y="1332117"/>
                </a:lnTo>
                <a:lnTo>
                  <a:pt x="275358" y="1336519"/>
                </a:lnTo>
                <a:lnTo>
                  <a:pt x="345804" y="1442171"/>
                </a:lnTo>
                <a:lnTo>
                  <a:pt x="378579" y="1492449"/>
                </a:lnTo>
                <a:lnTo>
                  <a:pt x="407578" y="1539134"/>
                </a:lnTo>
                <a:lnTo>
                  <a:pt x="431197" y="1580803"/>
                </a:lnTo>
                <a:lnTo>
                  <a:pt x="447830" y="1616035"/>
                </a:lnTo>
                <a:lnTo>
                  <a:pt x="455869" y="1643406"/>
                </a:lnTo>
                <a:lnTo>
                  <a:pt x="453709" y="1661496"/>
                </a:lnTo>
                <a:lnTo>
                  <a:pt x="406727" y="1669089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1133839" y="21936178"/>
            <a:ext cx="467121" cy="454839"/>
          </a:xfrm>
          <a:custGeom>
            <a:avLst/>
            <a:gdLst/>
            <a:ahLst/>
            <a:cxnLst/>
            <a:rect l="l" t="t" r="r" b="b"/>
            <a:pathLst>
              <a:path w="307340" h="317500">
                <a:moveTo>
                  <a:pt x="205231" y="317084"/>
                </a:moveTo>
                <a:lnTo>
                  <a:pt x="154681" y="314614"/>
                </a:lnTo>
                <a:lnTo>
                  <a:pt x="114361" y="295297"/>
                </a:lnTo>
                <a:lnTo>
                  <a:pt x="79289" y="266368"/>
                </a:lnTo>
                <a:lnTo>
                  <a:pt x="44485" y="235060"/>
                </a:lnTo>
                <a:lnTo>
                  <a:pt x="4966" y="208608"/>
                </a:lnTo>
                <a:lnTo>
                  <a:pt x="0" y="159924"/>
                </a:lnTo>
                <a:lnTo>
                  <a:pt x="9333" y="114991"/>
                </a:lnTo>
                <a:lnTo>
                  <a:pt x="27826" y="73540"/>
                </a:lnTo>
                <a:lnTo>
                  <a:pt x="71721" y="0"/>
                </a:lnTo>
                <a:lnTo>
                  <a:pt x="124960" y="3736"/>
                </a:lnTo>
                <a:lnTo>
                  <a:pt x="174979" y="12050"/>
                </a:lnTo>
                <a:lnTo>
                  <a:pt x="220930" y="25740"/>
                </a:lnTo>
                <a:lnTo>
                  <a:pt x="261965" y="45602"/>
                </a:lnTo>
                <a:lnTo>
                  <a:pt x="297234" y="72434"/>
                </a:lnTo>
                <a:lnTo>
                  <a:pt x="306769" y="83947"/>
                </a:lnTo>
                <a:lnTo>
                  <a:pt x="306769" y="251764"/>
                </a:lnTo>
                <a:lnTo>
                  <a:pt x="282188" y="280990"/>
                </a:lnTo>
                <a:lnTo>
                  <a:pt x="246849" y="304658"/>
                </a:lnTo>
                <a:lnTo>
                  <a:pt x="205231" y="317084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0117458" y="22569680"/>
            <a:ext cx="584866" cy="717736"/>
          </a:xfrm>
          <a:custGeom>
            <a:avLst/>
            <a:gdLst/>
            <a:ahLst/>
            <a:cxnLst/>
            <a:rect l="l" t="t" r="r" b="b"/>
            <a:pathLst>
              <a:path w="384809" h="501015">
                <a:moveTo>
                  <a:pt x="181374" y="500660"/>
                </a:moveTo>
                <a:lnTo>
                  <a:pt x="116963" y="475673"/>
                </a:lnTo>
                <a:lnTo>
                  <a:pt x="65526" y="422954"/>
                </a:lnTo>
                <a:lnTo>
                  <a:pt x="45015" y="388890"/>
                </a:lnTo>
                <a:lnTo>
                  <a:pt x="28158" y="351128"/>
                </a:lnTo>
                <a:lnTo>
                  <a:pt x="15091" y="310746"/>
                </a:lnTo>
                <a:lnTo>
                  <a:pt x="5951" y="268821"/>
                </a:lnTo>
                <a:lnTo>
                  <a:pt x="875" y="226433"/>
                </a:lnTo>
                <a:lnTo>
                  <a:pt x="0" y="184658"/>
                </a:lnTo>
                <a:lnTo>
                  <a:pt x="3461" y="144576"/>
                </a:lnTo>
                <a:lnTo>
                  <a:pt x="11396" y="107265"/>
                </a:lnTo>
                <a:lnTo>
                  <a:pt x="41235" y="45266"/>
                </a:lnTo>
                <a:lnTo>
                  <a:pt x="90609" y="7286"/>
                </a:lnTo>
                <a:lnTo>
                  <a:pt x="122964" y="0"/>
                </a:lnTo>
                <a:lnTo>
                  <a:pt x="159355" y="4863"/>
                </a:lnTo>
                <a:lnTo>
                  <a:pt x="196040" y="23618"/>
                </a:lnTo>
                <a:lnTo>
                  <a:pt x="227045" y="54126"/>
                </a:lnTo>
                <a:lnTo>
                  <a:pt x="246399" y="94251"/>
                </a:lnTo>
                <a:lnTo>
                  <a:pt x="248128" y="141853"/>
                </a:lnTo>
                <a:lnTo>
                  <a:pt x="232923" y="155838"/>
                </a:lnTo>
                <a:lnTo>
                  <a:pt x="215742" y="167864"/>
                </a:lnTo>
                <a:lnTo>
                  <a:pt x="195979" y="177315"/>
                </a:lnTo>
                <a:lnTo>
                  <a:pt x="173029" y="183575"/>
                </a:lnTo>
                <a:lnTo>
                  <a:pt x="157529" y="226455"/>
                </a:lnTo>
                <a:lnTo>
                  <a:pt x="149560" y="272362"/>
                </a:lnTo>
                <a:lnTo>
                  <a:pt x="151849" y="316856"/>
                </a:lnTo>
                <a:lnTo>
                  <a:pt x="167119" y="355495"/>
                </a:lnTo>
                <a:lnTo>
                  <a:pt x="198097" y="383839"/>
                </a:lnTo>
                <a:lnTo>
                  <a:pt x="184863" y="342782"/>
                </a:lnTo>
                <a:lnTo>
                  <a:pt x="181300" y="291321"/>
                </a:lnTo>
                <a:lnTo>
                  <a:pt x="190299" y="238139"/>
                </a:lnTo>
                <a:lnTo>
                  <a:pt x="214751" y="191919"/>
                </a:lnTo>
                <a:lnTo>
                  <a:pt x="260345" y="178025"/>
                </a:lnTo>
                <a:lnTo>
                  <a:pt x="298258" y="178241"/>
                </a:lnTo>
                <a:lnTo>
                  <a:pt x="352371" y="212533"/>
                </a:lnTo>
                <a:lnTo>
                  <a:pt x="379746" y="277863"/>
                </a:lnTo>
                <a:lnTo>
                  <a:pt x="384238" y="316875"/>
                </a:lnTo>
                <a:lnTo>
                  <a:pt x="383042" y="357297"/>
                </a:lnTo>
                <a:lnTo>
                  <a:pt x="376490" y="397013"/>
                </a:lnTo>
                <a:lnTo>
                  <a:pt x="364915" y="433905"/>
                </a:lnTo>
                <a:lnTo>
                  <a:pt x="311595" y="462944"/>
                </a:lnTo>
                <a:lnTo>
                  <a:pt x="265530" y="485484"/>
                </a:lnTo>
                <a:lnTo>
                  <a:pt x="223273" y="498923"/>
                </a:lnTo>
                <a:lnTo>
                  <a:pt x="181374" y="500660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1065240" y="22935433"/>
            <a:ext cx="535645" cy="653149"/>
          </a:xfrm>
          <a:custGeom>
            <a:avLst/>
            <a:gdLst/>
            <a:ahLst/>
            <a:cxnLst/>
            <a:rect l="l" t="t" r="r" b="b"/>
            <a:pathLst>
              <a:path w="352425" h="455930">
                <a:moveTo>
                  <a:pt x="351904" y="61770"/>
                </a:moveTo>
                <a:lnTo>
                  <a:pt x="158577" y="61770"/>
                </a:lnTo>
                <a:lnTo>
                  <a:pt x="196589" y="35028"/>
                </a:lnTo>
                <a:lnTo>
                  <a:pt x="237869" y="15966"/>
                </a:lnTo>
                <a:lnTo>
                  <a:pt x="281118" y="4364"/>
                </a:lnTo>
                <a:lnTo>
                  <a:pt x="325041" y="0"/>
                </a:lnTo>
                <a:lnTo>
                  <a:pt x="351904" y="1645"/>
                </a:lnTo>
                <a:lnTo>
                  <a:pt x="351904" y="61770"/>
                </a:lnTo>
                <a:close/>
              </a:path>
              <a:path w="352425" h="455930">
                <a:moveTo>
                  <a:pt x="282664" y="455599"/>
                </a:moveTo>
                <a:lnTo>
                  <a:pt x="237645" y="448888"/>
                </a:lnTo>
                <a:lnTo>
                  <a:pt x="198186" y="434746"/>
                </a:lnTo>
                <a:lnTo>
                  <a:pt x="163722" y="414067"/>
                </a:lnTo>
                <a:lnTo>
                  <a:pt x="133686" y="387739"/>
                </a:lnTo>
                <a:lnTo>
                  <a:pt x="107441" y="356542"/>
                </a:lnTo>
                <a:lnTo>
                  <a:pt x="84644" y="321708"/>
                </a:lnTo>
                <a:lnTo>
                  <a:pt x="64507" y="283785"/>
                </a:lnTo>
                <a:lnTo>
                  <a:pt x="46539" y="243780"/>
                </a:lnTo>
                <a:lnTo>
                  <a:pt x="30176" y="202584"/>
                </a:lnTo>
                <a:lnTo>
                  <a:pt x="14851" y="161087"/>
                </a:lnTo>
                <a:lnTo>
                  <a:pt x="0" y="120181"/>
                </a:lnTo>
                <a:lnTo>
                  <a:pt x="25730" y="89038"/>
                </a:lnTo>
                <a:lnTo>
                  <a:pt x="66263" y="67703"/>
                </a:lnTo>
                <a:lnTo>
                  <a:pt x="113308" y="58004"/>
                </a:lnTo>
                <a:lnTo>
                  <a:pt x="158577" y="61770"/>
                </a:lnTo>
                <a:lnTo>
                  <a:pt x="351904" y="61770"/>
                </a:lnTo>
                <a:lnTo>
                  <a:pt x="351904" y="126091"/>
                </a:lnTo>
                <a:lnTo>
                  <a:pt x="271147" y="126091"/>
                </a:lnTo>
                <a:lnTo>
                  <a:pt x="233641" y="128525"/>
                </a:lnTo>
                <a:lnTo>
                  <a:pt x="227387" y="173754"/>
                </a:lnTo>
                <a:lnTo>
                  <a:pt x="216778" y="195963"/>
                </a:lnTo>
                <a:lnTo>
                  <a:pt x="191954" y="211969"/>
                </a:lnTo>
                <a:lnTo>
                  <a:pt x="204987" y="252942"/>
                </a:lnTo>
                <a:lnTo>
                  <a:pt x="221121" y="293851"/>
                </a:lnTo>
                <a:lnTo>
                  <a:pt x="242464" y="329963"/>
                </a:lnTo>
                <a:lnTo>
                  <a:pt x="271125" y="356542"/>
                </a:lnTo>
                <a:lnTo>
                  <a:pt x="309215" y="368855"/>
                </a:lnTo>
                <a:lnTo>
                  <a:pt x="351904" y="368855"/>
                </a:lnTo>
                <a:lnTo>
                  <a:pt x="351904" y="450002"/>
                </a:lnTo>
                <a:lnTo>
                  <a:pt x="333808" y="453989"/>
                </a:lnTo>
                <a:lnTo>
                  <a:pt x="282664" y="455599"/>
                </a:lnTo>
                <a:close/>
              </a:path>
              <a:path w="352425" h="455930">
                <a:moveTo>
                  <a:pt x="351904" y="172634"/>
                </a:moveTo>
                <a:lnTo>
                  <a:pt x="335915" y="155065"/>
                </a:lnTo>
                <a:lnTo>
                  <a:pt x="305653" y="135634"/>
                </a:lnTo>
                <a:lnTo>
                  <a:pt x="271147" y="126091"/>
                </a:lnTo>
                <a:lnTo>
                  <a:pt x="351904" y="126091"/>
                </a:lnTo>
                <a:lnTo>
                  <a:pt x="351904" y="172634"/>
                </a:lnTo>
                <a:close/>
              </a:path>
              <a:path w="352425" h="455930">
                <a:moveTo>
                  <a:pt x="351904" y="368855"/>
                </a:moveTo>
                <a:lnTo>
                  <a:pt x="309215" y="368855"/>
                </a:lnTo>
                <a:lnTo>
                  <a:pt x="351904" y="363102"/>
                </a:lnTo>
                <a:lnTo>
                  <a:pt x="351904" y="36885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0331776" y="23800920"/>
            <a:ext cx="658216" cy="694994"/>
          </a:xfrm>
          <a:custGeom>
            <a:avLst/>
            <a:gdLst/>
            <a:ahLst/>
            <a:cxnLst/>
            <a:rect l="l" t="t" r="r" b="b"/>
            <a:pathLst>
              <a:path w="433069" h="485140">
                <a:moveTo>
                  <a:pt x="239134" y="484591"/>
                </a:moveTo>
                <a:lnTo>
                  <a:pt x="192906" y="479393"/>
                </a:lnTo>
                <a:lnTo>
                  <a:pt x="151882" y="468717"/>
                </a:lnTo>
                <a:lnTo>
                  <a:pt x="115971" y="452939"/>
                </a:lnTo>
                <a:lnTo>
                  <a:pt x="59116" y="407580"/>
                </a:lnTo>
                <a:lnTo>
                  <a:pt x="21606" y="346320"/>
                </a:lnTo>
                <a:lnTo>
                  <a:pt x="2703" y="272163"/>
                </a:lnTo>
                <a:lnTo>
                  <a:pt x="0" y="231187"/>
                </a:lnTo>
                <a:lnTo>
                  <a:pt x="1671" y="188114"/>
                </a:lnTo>
                <a:lnTo>
                  <a:pt x="7626" y="143319"/>
                </a:lnTo>
                <a:lnTo>
                  <a:pt x="17773" y="97178"/>
                </a:lnTo>
                <a:lnTo>
                  <a:pt x="32018" y="50066"/>
                </a:lnTo>
                <a:lnTo>
                  <a:pt x="56653" y="46624"/>
                </a:lnTo>
                <a:lnTo>
                  <a:pt x="78060" y="36271"/>
                </a:lnTo>
                <a:lnTo>
                  <a:pt x="99402" y="20300"/>
                </a:lnTo>
                <a:lnTo>
                  <a:pt x="123841" y="0"/>
                </a:lnTo>
                <a:lnTo>
                  <a:pt x="168487" y="5384"/>
                </a:lnTo>
                <a:lnTo>
                  <a:pt x="205572" y="18357"/>
                </a:lnTo>
                <a:lnTo>
                  <a:pt x="235160" y="38840"/>
                </a:lnTo>
                <a:lnTo>
                  <a:pt x="257316" y="66754"/>
                </a:lnTo>
                <a:lnTo>
                  <a:pt x="254068" y="109419"/>
                </a:lnTo>
                <a:lnTo>
                  <a:pt x="234226" y="135478"/>
                </a:lnTo>
                <a:lnTo>
                  <a:pt x="209240" y="156379"/>
                </a:lnTo>
                <a:lnTo>
                  <a:pt x="190561" y="183575"/>
                </a:lnTo>
                <a:lnTo>
                  <a:pt x="235631" y="180837"/>
                </a:lnTo>
                <a:lnTo>
                  <a:pt x="282099" y="183447"/>
                </a:lnTo>
                <a:lnTo>
                  <a:pt x="327027" y="192081"/>
                </a:lnTo>
                <a:lnTo>
                  <a:pt x="367475" y="207416"/>
                </a:lnTo>
                <a:lnTo>
                  <a:pt x="400504" y="230129"/>
                </a:lnTo>
                <a:lnTo>
                  <a:pt x="423174" y="260896"/>
                </a:lnTo>
                <a:lnTo>
                  <a:pt x="432546" y="300396"/>
                </a:lnTo>
                <a:lnTo>
                  <a:pt x="423861" y="347604"/>
                </a:lnTo>
                <a:lnTo>
                  <a:pt x="398313" y="385754"/>
                </a:lnTo>
                <a:lnTo>
                  <a:pt x="362917" y="418654"/>
                </a:lnTo>
                <a:lnTo>
                  <a:pt x="324693" y="450112"/>
                </a:lnTo>
                <a:lnTo>
                  <a:pt x="290658" y="483937"/>
                </a:lnTo>
                <a:lnTo>
                  <a:pt x="239134" y="484591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1212043" y="24659775"/>
            <a:ext cx="388944" cy="492136"/>
          </a:xfrm>
          <a:custGeom>
            <a:avLst/>
            <a:gdLst/>
            <a:ahLst/>
            <a:cxnLst/>
            <a:rect l="l" t="t" r="r" b="b"/>
            <a:pathLst>
              <a:path w="255905" h="343534">
                <a:moveTo>
                  <a:pt x="183998" y="343053"/>
                </a:moveTo>
                <a:lnTo>
                  <a:pt x="138058" y="332990"/>
                </a:lnTo>
                <a:lnTo>
                  <a:pt x="45300" y="301632"/>
                </a:lnTo>
                <a:lnTo>
                  <a:pt x="21607" y="269309"/>
                </a:lnTo>
                <a:lnTo>
                  <a:pt x="6628" y="233278"/>
                </a:lnTo>
                <a:lnTo>
                  <a:pt x="0" y="195109"/>
                </a:lnTo>
                <a:lnTo>
                  <a:pt x="1356" y="156373"/>
                </a:lnTo>
                <a:lnTo>
                  <a:pt x="10335" y="118641"/>
                </a:lnTo>
                <a:lnTo>
                  <a:pt x="26569" y="83482"/>
                </a:lnTo>
                <a:lnTo>
                  <a:pt x="49697" y="52468"/>
                </a:lnTo>
                <a:lnTo>
                  <a:pt x="79352" y="27169"/>
                </a:lnTo>
                <a:lnTo>
                  <a:pt x="115171" y="9156"/>
                </a:lnTo>
                <a:lnTo>
                  <a:pt x="156789" y="0"/>
                </a:lnTo>
                <a:lnTo>
                  <a:pt x="203842" y="1270"/>
                </a:lnTo>
                <a:lnTo>
                  <a:pt x="228102" y="26472"/>
                </a:lnTo>
                <a:lnTo>
                  <a:pt x="255315" y="60417"/>
                </a:lnTo>
                <a:lnTo>
                  <a:pt x="255315" y="332482"/>
                </a:lnTo>
                <a:lnTo>
                  <a:pt x="228472" y="342640"/>
                </a:lnTo>
                <a:lnTo>
                  <a:pt x="183998" y="343053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0223439" y="25005904"/>
            <a:ext cx="490284" cy="588562"/>
          </a:xfrm>
          <a:custGeom>
            <a:avLst/>
            <a:gdLst/>
            <a:ahLst/>
            <a:cxnLst/>
            <a:rect l="l" t="t" r="r" b="b"/>
            <a:pathLst>
              <a:path w="322580" h="410844">
                <a:moveTo>
                  <a:pt x="170053" y="410514"/>
                </a:moveTo>
                <a:lnTo>
                  <a:pt x="129813" y="405438"/>
                </a:lnTo>
                <a:lnTo>
                  <a:pt x="93459" y="387257"/>
                </a:lnTo>
                <a:lnTo>
                  <a:pt x="61847" y="358454"/>
                </a:lnTo>
                <a:lnTo>
                  <a:pt x="35837" y="321516"/>
                </a:lnTo>
                <a:lnTo>
                  <a:pt x="16286" y="278927"/>
                </a:lnTo>
                <a:lnTo>
                  <a:pt x="4054" y="233173"/>
                </a:lnTo>
                <a:lnTo>
                  <a:pt x="0" y="186739"/>
                </a:lnTo>
                <a:lnTo>
                  <a:pt x="4980" y="142111"/>
                </a:lnTo>
                <a:lnTo>
                  <a:pt x="19854" y="101773"/>
                </a:lnTo>
                <a:lnTo>
                  <a:pt x="45912" y="69093"/>
                </a:lnTo>
                <a:lnTo>
                  <a:pt x="85005" y="38904"/>
                </a:lnTo>
                <a:lnTo>
                  <a:pt x="131158" y="15116"/>
                </a:lnTo>
                <a:lnTo>
                  <a:pt x="178397" y="1641"/>
                </a:lnTo>
                <a:lnTo>
                  <a:pt x="216659" y="0"/>
                </a:lnTo>
                <a:lnTo>
                  <a:pt x="248495" y="7068"/>
                </a:lnTo>
                <a:lnTo>
                  <a:pt x="294153" y="42933"/>
                </a:lnTo>
                <a:lnTo>
                  <a:pt x="317904" y="100442"/>
                </a:lnTo>
                <a:lnTo>
                  <a:pt x="320168" y="117793"/>
                </a:lnTo>
                <a:lnTo>
                  <a:pt x="152293" y="117793"/>
                </a:lnTo>
                <a:lnTo>
                  <a:pt x="123771" y="124129"/>
                </a:lnTo>
                <a:lnTo>
                  <a:pt x="100890" y="146828"/>
                </a:lnTo>
                <a:lnTo>
                  <a:pt x="87281" y="184391"/>
                </a:lnTo>
                <a:lnTo>
                  <a:pt x="86603" y="233173"/>
                </a:lnTo>
                <a:lnTo>
                  <a:pt x="86574" y="235317"/>
                </a:lnTo>
                <a:lnTo>
                  <a:pt x="108319" y="257389"/>
                </a:lnTo>
                <a:lnTo>
                  <a:pt x="126665" y="282841"/>
                </a:lnTo>
                <a:lnTo>
                  <a:pt x="145826" y="307478"/>
                </a:lnTo>
                <a:lnTo>
                  <a:pt x="170017" y="327105"/>
                </a:lnTo>
                <a:lnTo>
                  <a:pt x="275763" y="327105"/>
                </a:lnTo>
                <a:lnTo>
                  <a:pt x="265056" y="345161"/>
                </a:lnTo>
                <a:lnTo>
                  <a:pt x="244458" y="370976"/>
                </a:lnTo>
                <a:lnTo>
                  <a:pt x="221547" y="391206"/>
                </a:lnTo>
                <a:lnTo>
                  <a:pt x="196640" y="404752"/>
                </a:lnTo>
                <a:lnTo>
                  <a:pt x="170053" y="410514"/>
                </a:lnTo>
                <a:close/>
              </a:path>
              <a:path w="322580" h="410844">
                <a:moveTo>
                  <a:pt x="275763" y="327105"/>
                </a:moveTo>
                <a:lnTo>
                  <a:pt x="170017" y="327105"/>
                </a:lnTo>
                <a:lnTo>
                  <a:pt x="189130" y="294066"/>
                </a:lnTo>
                <a:lnTo>
                  <a:pt x="204228" y="257012"/>
                </a:lnTo>
                <a:lnTo>
                  <a:pt x="212651" y="213283"/>
                </a:lnTo>
                <a:lnTo>
                  <a:pt x="211739" y="160218"/>
                </a:lnTo>
                <a:lnTo>
                  <a:pt x="182826" y="129323"/>
                </a:lnTo>
                <a:lnTo>
                  <a:pt x="152293" y="117793"/>
                </a:lnTo>
                <a:lnTo>
                  <a:pt x="320168" y="117793"/>
                </a:lnTo>
                <a:lnTo>
                  <a:pt x="322356" y="134564"/>
                </a:lnTo>
                <a:lnTo>
                  <a:pt x="322279" y="170797"/>
                </a:lnTo>
                <a:lnTo>
                  <a:pt x="317991" y="208043"/>
                </a:lnTo>
                <a:lnTo>
                  <a:pt x="309809" y="245202"/>
                </a:lnTo>
                <a:lnTo>
                  <a:pt x="298048" y="281175"/>
                </a:lnTo>
                <a:lnTo>
                  <a:pt x="283024" y="314861"/>
                </a:lnTo>
                <a:lnTo>
                  <a:pt x="275763" y="32710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0999089" y="25543744"/>
            <a:ext cx="601274" cy="656788"/>
          </a:xfrm>
          <a:custGeom>
            <a:avLst/>
            <a:gdLst/>
            <a:ahLst/>
            <a:cxnLst/>
            <a:rect l="l" t="t" r="r" b="b"/>
            <a:pathLst>
              <a:path w="395605" h="458469">
                <a:moveTo>
                  <a:pt x="308872" y="457910"/>
                </a:moveTo>
                <a:lnTo>
                  <a:pt x="86545" y="457910"/>
                </a:lnTo>
                <a:lnTo>
                  <a:pt x="74291" y="450311"/>
                </a:lnTo>
                <a:lnTo>
                  <a:pt x="43752" y="419028"/>
                </a:lnTo>
                <a:lnTo>
                  <a:pt x="18525" y="377228"/>
                </a:lnTo>
                <a:lnTo>
                  <a:pt x="4743" y="332298"/>
                </a:lnTo>
                <a:lnTo>
                  <a:pt x="0" y="280355"/>
                </a:lnTo>
                <a:lnTo>
                  <a:pt x="3813" y="227508"/>
                </a:lnTo>
                <a:lnTo>
                  <a:pt x="15700" y="179870"/>
                </a:lnTo>
                <a:lnTo>
                  <a:pt x="35179" y="143552"/>
                </a:lnTo>
                <a:lnTo>
                  <a:pt x="74414" y="124190"/>
                </a:lnTo>
                <a:lnTo>
                  <a:pt x="99717" y="116734"/>
                </a:lnTo>
                <a:lnTo>
                  <a:pt x="127001" y="101830"/>
                </a:lnTo>
                <a:lnTo>
                  <a:pt x="160694" y="69849"/>
                </a:lnTo>
                <a:lnTo>
                  <a:pt x="184025" y="40121"/>
                </a:lnTo>
                <a:lnTo>
                  <a:pt x="208041" y="16214"/>
                </a:lnTo>
                <a:lnTo>
                  <a:pt x="243787" y="1698"/>
                </a:lnTo>
                <a:lnTo>
                  <a:pt x="283507" y="0"/>
                </a:lnTo>
                <a:lnTo>
                  <a:pt x="320445" y="9518"/>
                </a:lnTo>
                <a:lnTo>
                  <a:pt x="353936" y="28831"/>
                </a:lnTo>
                <a:lnTo>
                  <a:pt x="383310" y="56517"/>
                </a:lnTo>
                <a:lnTo>
                  <a:pt x="395427" y="73582"/>
                </a:lnTo>
                <a:lnTo>
                  <a:pt x="395427" y="126863"/>
                </a:lnTo>
                <a:lnTo>
                  <a:pt x="168723" y="126863"/>
                </a:lnTo>
                <a:lnTo>
                  <a:pt x="144931" y="163932"/>
                </a:lnTo>
                <a:lnTo>
                  <a:pt x="127639" y="199969"/>
                </a:lnTo>
                <a:lnTo>
                  <a:pt x="117235" y="240002"/>
                </a:lnTo>
                <a:lnTo>
                  <a:pt x="114111" y="289057"/>
                </a:lnTo>
                <a:lnTo>
                  <a:pt x="118657" y="352160"/>
                </a:lnTo>
                <a:lnTo>
                  <a:pt x="149161" y="376205"/>
                </a:lnTo>
                <a:lnTo>
                  <a:pt x="183860" y="395890"/>
                </a:lnTo>
                <a:lnTo>
                  <a:pt x="223507" y="406225"/>
                </a:lnTo>
                <a:lnTo>
                  <a:pt x="380381" y="406225"/>
                </a:lnTo>
                <a:lnTo>
                  <a:pt x="373441" y="413623"/>
                </a:lnTo>
                <a:lnTo>
                  <a:pt x="341324" y="438974"/>
                </a:lnTo>
                <a:lnTo>
                  <a:pt x="308872" y="457910"/>
                </a:lnTo>
                <a:close/>
              </a:path>
              <a:path w="395605" h="458469">
                <a:moveTo>
                  <a:pt x="380381" y="406225"/>
                </a:moveTo>
                <a:lnTo>
                  <a:pt x="223507" y="406225"/>
                </a:lnTo>
                <a:lnTo>
                  <a:pt x="268855" y="402226"/>
                </a:lnTo>
                <a:lnTo>
                  <a:pt x="291364" y="365592"/>
                </a:lnTo>
                <a:lnTo>
                  <a:pt x="302107" y="323939"/>
                </a:lnTo>
                <a:lnTo>
                  <a:pt x="301994" y="289057"/>
                </a:lnTo>
                <a:lnTo>
                  <a:pt x="301965" y="280092"/>
                </a:lnTo>
                <a:lnTo>
                  <a:pt x="291815" y="236878"/>
                </a:lnTo>
                <a:lnTo>
                  <a:pt x="272537" y="197122"/>
                </a:lnTo>
                <a:lnTo>
                  <a:pt x="245010" y="163650"/>
                </a:lnTo>
                <a:lnTo>
                  <a:pt x="210112" y="139288"/>
                </a:lnTo>
                <a:lnTo>
                  <a:pt x="168723" y="126863"/>
                </a:lnTo>
                <a:lnTo>
                  <a:pt x="395427" y="126863"/>
                </a:lnTo>
                <a:lnTo>
                  <a:pt x="395427" y="390188"/>
                </a:lnTo>
                <a:lnTo>
                  <a:pt x="380381" y="406225"/>
                </a:lnTo>
                <a:close/>
              </a:path>
            </a:pathLst>
          </a:custGeom>
          <a:solidFill>
            <a:srgbClr val="9DD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0420292" y="10996611"/>
            <a:ext cx="1180349" cy="2551649"/>
          </a:xfrm>
          <a:custGeom>
            <a:avLst/>
            <a:gdLst/>
            <a:ahLst/>
            <a:cxnLst/>
            <a:rect l="l" t="t" r="r" b="b"/>
            <a:pathLst>
              <a:path w="776605" h="1781175">
                <a:moveTo>
                  <a:pt x="195257" y="1007750"/>
                </a:moveTo>
                <a:lnTo>
                  <a:pt x="150559" y="1006474"/>
                </a:lnTo>
                <a:lnTo>
                  <a:pt x="108219" y="1000645"/>
                </a:lnTo>
                <a:lnTo>
                  <a:pt x="68701" y="989366"/>
                </a:lnTo>
                <a:lnTo>
                  <a:pt x="32473" y="971736"/>
                </a:lnTo>
                <a:lnTo>
                  <a:pt x="0" y="946858"/>
                </a:lnTo>
                <a:lnTo>
                  <a:pt x="41270" y="925253"/>
                </a:lnTo>
                <a:lnTo>
                  <a:pt x="85179" y="906288"/>
                </a:lnTo>
                <a:lnTo>
                  <a:pt x="131436" y="889673"/>
                </a:lnTo>
                <a:lnTo>
                  <a:pt x="179752" y="875118"/>
                </a:lnTo>
                <a:lnTo>
                  <a:pt x="229838" y="862335"/>
                </a:lnTo>
                <a:lnTo>
                  <a:pt x="281404" y="851032"/>
                </a:lnTo>
                <a:lnTo>
                  <a:pt x="334161" y="840922"/>
                </a:lnTo>
                <a:lnTo>
                  <a:pt x="387819" y="831713"/>
                </a:lnTo>
                <a:lnTo>
                  <a:pt x="605675" y="798106"/>
                </a:lnTo>
                <a:lnTo>
                  <a:pt x="578486" y="755045"/>
                </a:lnTo>
                <a:lnTo>
                  <a:pt x="523779" y="669252"/>
                </a:lnTo>
                <a:lnTo>
                  <a:pt x="358675" y="412874"/>
                </a:lnTo>
                <a:lnTo>
                  <a:pt x="303916" y="327142"/>
                </a:lnTo>
                <a:lnTo>
                  <a:pt x="276690" y="284123"/>
                </a:lnTo>
                <a:lnTo>
                  <a:pt x="249598" y="240971"/>
                </a:lnTo>
                <a:lnTo>
                  <a:pt x="222660" y="197664"/>
                </a:lnTo>
                <a:lnTo>
                  <a:pt x="195901" y="154179"/>
                </a:lnTo>
                <a:lnTo>
                  <a:pt x="169343" y="110493"/>
                </a:lnTo>
                <a:lnTo>
                  <a:pt x="143008" y="66584"/>
                </a:lnTo>
                <a:lnTo>
                  <a:pt x="116920" y="22428"/>
                </a:lnTo>
                <a:lnTo>
                  <a:pt x="156159" y="8794"/>
                </a:lnTo>
                <a:lnTo>
                  <a:pt x="198123" y="844"/>
                </a:lnTo>
                <a:lnTo>
                  <a:pt x="242280" y="0"/>
                </a:lnTo>
                <a:lnTo>
                  <a:pt x="288093" y="7681"/>
                </a:lnTo>
                <a:lnTo>
                  <a:pt x="335027" y="25309"/>
                </a:lnTo>
                <a:lnTo>
                  <a:pt x="382548" y="54304"/>
                </a:lnTo>
                <a:lnTo>
                  <a:pt x="419983" y="90408"/>
                </a:lnTo>
                <a:lnTo>
                  <a:pt x="450665" y="134424"/>
                </a:lnTo>
                <a:lnTo>
                  <a:pt x="479164" y="183536"/>
                </a:lnTo>
                <a:lnTo>
                  <a:pt x="510049" y="234931"/>
                </a:lnTo>
                <a:lnTo>
                  <a:pt x="539601" y="279487"/>
                </a:lnTo>
                <a:lnTo>
                  <a:pt x="570157" y="324131"/>
                </a:lnTo>
                <a:lnTo>
                  <a:pt x="601268" y="368480"/>
                </a:lnTo>
                <a:lnTo>
                  <a:pt x="632486" y="412153"/>
                </a:lnTo>
                <a:lnTo>
                  <a:pt x="663361" y="454771"/>
                </a:lnTo>
                <a:lnTo>
                  <a:pt x="749440" y="572478"/>
                </a:lnTo>
                <a:lnTo>
                  <a:pt x="774455" y="607062"/>
                </a:lnTo>
                <a:lnTo>
                  <a:pt x="776244" y="609584"/>
                </a:lnTo>
                <a:lnTo>
                  <a:pt x="776244" y="961994"/>
                </a:lnTo>
                <a:lnTo>
                  <a:pt x="581816" y="961994"/>
                </a:lnTo>
                <a:lnTo>
                  <a:pt x="535026" y="964763"/>
                </a:lnTo>
                <a:lnTo>
                  <a:pt x="486868" y="970173"/>
                </a:lnTo>
                <a:lnTo>
                  <a:pt x="437807" y="977326"/>
                </a:lnTo>
                <a:lnTo>
                  <a:pt x="338838" y="993261"/>
                </a:lnTo>
                <a:lnTo>
                  <a:pt x="289862" y="1000245"/>
                </a:lnTo>
                <a:lnTo>
                  <a:pt x="241847" y="1005374"/>
                </a:lnTo>
                <a:lnTo>
                  <a:pt x="195257" y="1007750"/>
                </a:lnTo>
                <a:close/>
              </a:path>
              <a:path w="776605" h="1781175">
                <a:moveTo>
                  <a:pt x="642214" y="1781081"/>
                </a:moveTo>
                <a:lnTo>
                  <a:pt x="520595" y="1781081"/>
                </a:lnTo>
                <a:lnTo>
                  <a:pt x="499380" y="1754233"/>
                </a:lnTo>
                <a:lnTo>
                  <a:pt x="498323" y="1699722"/>
                </a:lnTo>
                <a:lnTo>
                  <a:pt x="498198" y="1693284"/>
                </a:lnTo>
                <a:lnTo>
                  <a:pt x="499603" y="1634922"/>
                </a:lnTo>
                <a:lnTo>
                  <a:pt x="503379" y="1578929"/>
                </a:lnTo>
                <a:lnTo>
                  <a:pt x="509308" y="1525090"/>
                </a:lnTo>
                <a:lnTo>
                  <a:pt x="517174" y="1473186"/>
                </a:lnTo>
                <a:lnTo>
                  <a:pt x="526760" y="1423001"/>
                </a:lnTo>
                <a:lnTo>
                  <a:pt x="537847" y="1374319"/>
                </a:lnTo>
                <a:lnTo>
                  <a:pt x="550220" y="1326921"/>
                </a:lnTo>
                <a:lnTo>
                  <a:pt x="563661" y="1280592"/>
                </a:lnTo>
                <a:lnTo>
                  <a:pt x="577953" y="1235114"/>
                </a:lnTo>
                <a:lnTo>
                  <a:pt x="592880" y="1190270"/>
                </a:lnTo>
                <a:lnTo>
                  <a:pt x="608223" y="1145844"/>
                </a:lnTo>
                <a:lnTo>
                  <a:pt x="639293" y="1057376"/>
                </a:lnTo>
                <a:lnTo>
                  <a:pt x="654585" y="1012901"/>
                </a:lnTo>
                <a:lnTo>
                  <a:pt x="669426" y="967975"/>
                </a:lnTo>
                <a:lnTo>
                  <a:pt x="626771" y="962764"/>
                </a:lnTo>
                <a:lnTo>
                  <a:pt x="581816" y="961994"/>
                </a:lnTo>
                <a:lnTo>
                  <a:pt x="776244" y="961994"/>
                </a:lnTo>
                <a:lnTo>
                  <a:pt x="776244" y="1333788"/>
                </a:lnTo>
                <a:lnTo>
                  <a:pt x="772852" y="1344163"/>
                </a:lnTo>
                <a:lnTo>
                  <a:pt x="757913" y="1394395"/>
                </a:lnTo>
                <a:lnTo>
                  <a:pt x="743745" y="1445395"/>
                </a:lnTo>
                <a:lnTo>
                  <a:pt x="729997" y="1496815"/>
                </a:lnTo>
                <a:lnTo>
                  <a:pt x="716322" y="1548306"/>
                </a:lnTo>
                <a:lnTo>
                  <a:pt x="702370" y="1599520"/>
                </a:lnTo>
                <a:lnTo>
                  <a:pt x="687793" y="1650108"/>
                </a:lnTo>
                <a:lnTo>
                  <a:pt x="672242" y="1699722"/>
                </a:lnTo>
                <a:lnTo>
                  <a:pt x="655368" y="1748013"/>
                </a:lnTo>
                <a:lnTo>
                  <a:pt x="642214" y="1781081"/>
                </a:lnTo>
                <a:close/>
              </a:path>
            </a:pathLst>
          </a:custGeom>
          <a:solidFill>
            <a:srgbClr val="FF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20534566" y="1760626"/>
            <a:ext cx="305945" cy="96426"/>
          </a:xfrm>
          <a:custGeom>
            <a:avLst/>
            <a:gdLst/>
            <a:ahLst/>
            <a:cxnLst/>
            <a:rect l="l" t="t" r="r" b="b"/>
            <a:pathLst>
              <a:path w="201294" h="67309">
                <a:moveTo>
                  <a:pt x="140652" y="23025"/>
                </a:moveTo>
                <a:lnTo>
                  <a:pt x="102323" y="33997"/>
                </a:lnTo>
                <a:lnTo>
                  <a:pt x="66344" y="43599"/>
                </a:lnTo>
                <a:lnTo>
                  <a:pt x="32359" y="53924"/>
                </a:lnTo>
                <a:lnTo>
                  <a:pt x="0" y="67081"/>
                </a:lnTo>
                <a:lnTo>
                  <a:pt x="33375" y="59918"/>
                </a:lnTo>
                <a:lnTo>
                  <a:pt x="69532" y="51219"/>
                </a:lnTo>
                <a:lnTo>
                  <a:pt x="106083" y="39446"/>
                </a:lnTo>
                <a:lnTo>
                  <a:pt x="140652" y="23025"/>
                </a:lnTo>
                <a:close/>
              </a:path>
              <a:path w="201294" h="67309">
                <a:moveTo>
                  <a:pt x="200761" y="0"/>
                </a:moveTo>
                <a:lnTo>
                  <a:pt x="191668" y="3949"/>
                </a:lnTo>
                <a:lnTo>
                  <a:pt x="180733" y="7086"/>
                </a:lnTo>
                <a:lnTo>
                  <a:pt x="171640" y="11023"/>
                </a:lnTo>
                <a:lnTo>
                  <a:pt x="168071" y="17437"/>
                </a:lnTo>
                <a:lnTo>
                  <a:pt x="178358" y="14744"/>
                </a:lnTo>
                <a:lnTo>
                  <a:pt x="188480" y="13106"/>
                </a:lnTo>
                <a:lnTo>
                  <a:pt x="196570" y="9271"/>
                </a:lnTo>
                <a:lnTo>
                  <a:pt x="200761" y="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7864660" y="1086445"/>
            <a:ext cx="3736004" cy="1362699"/>
          </a:xfrm>
          <a:custGeom>
            <a:avLst/>
            <a:gdLst/>
            <a:ahLst/>
            <a:cxnLst/>
            <a:rect l="l" t="t" r="r" b="b"/>
            <a:pathLst>
              <a:path w="2458084" h="951230">
                <a:moveTo>
                  <a:pt x="543026" y="146138"/>
                </a:moveTo>
                <a:lnTo>
                  <a:pt x="530428" y="152971"/>
                </a:lnTo>
                <a:lnTo>
                  <a:pt x="518693" y="172643"/>
                </a:lnTo>
                <a:lnTo>
                  <a:pt x="506704" y="179768"/>
                </a:lnTo>
                <a:lnTo>
                  <a:pt x="461378" y="183578"/>
                </a:lnTo>
                <a:lnTo>
                  <a:pt x="414591" y="190131"/>
                </a:lnTo>
                <a:lnTo>
                  <a:pt x="370852" y="198132"/>
                </a:lnTo>
                <a:lnTo>
                  <a:pt x="334695" y="206298"/>
                </a:lnTo>
                <a:lnTo>
                  <a:pt x="328777" y="199466"/>
                </a:lnTo>
                <a:lnTo>
                  <a:pt x="311023" y="203288"/>
                </a:lnTo>
                <a:lnTo>
                  <a:pt x="288836" y="211162"/>
                </a:lnTo>
                <a:lnTo>
                  <a:pt x="269633" y="216458"/>
                </a:lnTo>
                <a:lnTo>
                  <a:pt x="223926" y="218351"/>
                </a:lnTo>
                <a:lnTo>
                  <a:pt x="176657" y="216027"/>
                </a:lnTo>
                <a:lnTo>
                  <a:pt x="133629" y="212877"/>
                </a:lnTo>
                <a:lnTo>
                  <a:pt x="100634" y="212280"/>
                </a:lnTo>
                <a:lnTo>
                  <a:pt x="94627" y="216725"/>
                </a:lnTo>
                <a:lnTo>
                  <a:pt x="92087" y="222719"/>
                </a:lnTo>
                <a:lnTo>
                  <a:pt x="88201" y="228117"/>
                </a:lnTo>
                <a:lnTo>
                  <a:pt x="78168" y="230771"/>
                </a:lnTo>
                <a:lnTo>
                  <a:pt x="72136" y="226199"/>
                </a:lnTo>
                <a:lnTo>
                  <a:pt x="69862" y="220027"/>
                </a:lnTo>
                <a:lnTo>
                  <a:pt x="68275" y="205003"/>
                </a:lnTo>
                <a:lnTo>
                  <a:pt x="54432" y="219240"/>
                </a:lnTo>
                <a:lnTo>
                  <a:pt x="50406" y="225018"/>
                </a:lnTo>
                <a:lnTo>
                  <a:pt x="49123" y="232029"/>
                </a:lnTo>
                <a:lnTo>
                  <a:pt x="66103" y="235839"/>
                </a:lnTo>
                <a:lnTo>
                  <a:pt x="83464" y="238798"/>
                </a:lnTo>
                <a:lnTo>
                  <a:pt x="99568" y="244589"/>
                </a:lnTo>
                <a:lnTo>
                  <a:pt x="112776" y="256882"/>
                </a:lnTo>
                <a:lnTo>
                  <a:pt x="153339" y="247573"/>
                </a:lnTo>
                <a:lnTo>
                  <a:pt x="190296" y="240372"/>
                </a:lnTo>
                <a:lnTo>
                  <a:pt x="268617" y="226682"/>
                </a:lnTo>
                <a:lnTo>
                  <a:pt x="272186" y="231990"/>
                </a:lnTo>
                <a:lnTo>
                  <a:pt x="277876" y="232549"/>
                </a:lnTo>
                <a:lnTo>
                  <a:pt x="279488" y="242227"/>
                </a:lnTo>
                <a:lnTo>
                  <a:pt x="327253" y="227063"/>
                </a:lnTo>
                <a:lnTo>
                  <a:pt x="370979" y="219036"/>
                </a:lnTo>
                <a:lnTo>
                  <a:pt x="412254" y="212852"/>
                </a:lnTo>
                <a:lnTo>
                  <a:pt x="452666" y="203174"/>
                </a:lnTo>
                <a:lnTo>
                  <a:pt x="493826" y="184696"/>
                </a:lnTo>
                <a:lnTo>
                  <a:pt x="496773" y="191300"/>
                </a:lnTo>
                <a:lnTo>
                  <a:pt x="498944" y="199809"/>
                </a:lnTo>
                <a:lnTo>
                  <a:pt x="521360" y="184531"/>
                </a:lnTo>
                <a:lnTo>
                  <a:pt x="533793" y="174053"/>
                </a:lnTo>
                <a:lnTo>
                  <a:pt x="541921" y="161658"/>
                </a:lnTo>
                <a:lnTo>
                  <a:pt x="543026" y="146138"/>
                </a:lnTo>
                <a:close/>
              </a:path>
              <a:path w="2458084" h="951230">
                <a:moveTo>
                  <a:pt x="2122208" y="412369"/>
                </a:moveTo>
                <a:lnTo>
                  <a:pt x="2086876" y="427951"/>
                </a:lnTo>
                <a:lnTo>
                  <a:pt x="2002053" y="456565"/>
                </a:lnTo>
                <a:lnTo>
                  <a:pt x="1963331" y="473252"/>
                </a:lnTo>
                <a:lnTo>
                  <a:pt x="1997367" y="463575"/>
                </a:lnTo>
                <a:lnTo>
                  <a:pt x="2038261" y="453491"/>
                </a:lnTo>
                <a:lnTo>
                  <a:pt x="2081415" y="438073"/>
                </a:lnTo>
                <a:lnTo>
                  <a:pt x="2122208" y="412369"/>
                </a:lnTo>
                <a:close/>
              </a:path>
              <a:path w="2458084" h="951230">
                <a:moveTo>
                  <a:pt x="2457704" y="227330"/>
                </a:moveTo>
                <a:lnTo>
                  <a:pt x="2428798" y="237490"/>
                </a:lnTo>
                <a:lnTo>
                  <a:pt x="2381542" y="256540"/>
                </a:lnTo>
                <a:lnTo>
                  <a:pt x="2233028" y="308610"/>
                </a:lnTo>
                <a:lnTo>
                  <a:pt x="2131707" y="335280"/>
                </a:lnTo>
                <a:lnTo>
                  <a:pt x="2081364" y="346710"/>
                </a:lnTo>
                <a:lnTo>
                  <a:pt x="2073465" y="351790"/>
                </a:lnTo>
                <a:lnTo>
                  <a:pt x="2063927" y="359410"/>
                </a:lnTo>
                <a:lnTo>
                  <a:pt x="2054682" y="365760"/>
                </a:lnTo>
                <a:lnTo>
                  <a:pt x="2047646" y="373380"/>
                </a:lnTo>
                <a:lnTo>
                  <a:pt x="2013724" y="378460"/>
                </a:lnTo>
                <a:lnTo>
                  <a:pt x="1982279" y="388620"/>
                </a:lnTo>
                <a:lnTo>
                  <a:pt x="1953463" y="403860"/>
                </a:lnTo>
                <a:lnTo>
                  <a:pt x="1927440" y="419100"/>
                </a:lnTo>
                <a:lnTo>
                  <a:pt x="1892909" y="419100"/>
                </a:lnTo>
                <a:lnTo>
                  <a:pt x="1853311" y="430530"/>
                </a:lnTo>
                <a:lnTo>
                  <a:pt x="1811464" y="448310"/>
                </a:lnTo>
                <a:lnTo>
                  <a:pt x="1770189" y="455930"/>
                </a:lnTo>
                <a:lnTo>
                  <a:pt x="1732330" y="449580"/>
                </a:lnTo>
                <a:lnTo>
                  <a:pt x="1757667" y="411480"/>
                </a:lnTo>
                <a:lnTo>
                  <a:pt x="1783461" y="373380"/>
                </a:lnTo>
                <a:lnTo>
                  <a:pt x="1808149" y="335280"/>
                </a:lnTo>
                <a:lnTo>
                  <a:pt x="1830222" y="294640"/>
                </a:lnTo>
                <a:lnTo>
                  <a:pt x="1828342" y="245110"/>
                </a:lnTo>
                <a:lnTo>
                  <a:pt x="1828228" y="242570"/>
                </a:lnTo>
                <a:lnTo>
                  <a:pt x="1828101" y="241300"/>
                </a:lnTo>
                <a:lnTo>
                  <a:pt x="1825523" y="199390"/>
                </a:lnTo>
                <a:lnTo>
                  <a:pt x="1818195" y="151130"/>
                </a:lnTo>
                <a:lnTo>
                  <a:pt x="1802777" y="101600"/>
                </a:lnTo>
                <a:lnTo>
                  <a:pt x="1775701" y="49530"/>
                </a:lnTo>
                <a:lnTo>
                  <a:pt x="1757413" y="41910"/>
                </a:lnTo>
                <a:lnTo>
                  <a:pt x="1744332" y="30480"/>
                </a:lnTo>
                <a:lnTo>
                  <a:pt x="1732584" y="15240"/>
                </a:lnTo>
                <a:lnTo>
                  <a:pt x="1718297" y="1270"/>
                </a:lnTo>
                <a:lnTo>
                  <a:pt x="1713788" y="0"/>
                </a:lnTo>
                <a:lnTo>
                  <a:pt x="1591157" y="0"/>
                </a:lnTo>
                <a:lnTo>
                  <a:pt x="1441983" y="40640"/>
                </a:lnTo>
                <a:lnTo>
                  <a:pt x="1401368" y="48260"/>
                </a:lnTo>
                <a:lnTo>
                  <a:pt x="1361948" y="53340"/>
                </a:lnTo>
                <a:lnTo>
                  <a:pt x="1325473" y="63500"/>
                </a:lnTo>
                <a:lnTo>
                  <a:pt x="1310220" y="69608"/>
                </a:lnTo>
                <a:lnTo>
                  <a:pt x="1310220" y="942340"/>
                </a:lnTo>
                <a:lnTo>
                  <a:pt x="1303629" y="946150"/>
                </a:lnTo>
                <a:lnTo>
                  <a:pt x="1292440" y="943610"/>
                </a:lnTo>
                <a:lnTo>
                  <a:pt x="1280579" y="938530"/>
                </a:lnTo>
                <a:lnTo>
                  <a:pt x="1271930" y="932180"/>
                </a:lnTo>
                <a:lnTo>
                  <a:pt x="1282649" y="932180"/>
                </a:lnTo>
                <a:lnTo>
                  <a:pt x="1300111" y="939800"/>
                </a:lnTo>
                <a:lnTo>
                  <a:pt x="1310220" y="942340"/>
                </a:lnTo>
                <a:lnTo>
                  <a:pt x="1310220" y="69608"/>
                </a:lnTo>
                <a:lnTo>
                  <a:pt x="1293710" y="76200"/>
                </a:lnTo>
                <a:lnTo>
                  <a:pt x="1245793" y="74930"/>
                </a:lnTo>
                <a:lnTo>
                  <a:pt x="1195603" y="76200"/>
                </a:lnTo>
                <a:lnTo>
                  <a:pt x="1144054" y="82550"/>
                </a:lnTo>
                <a:lnTo>
                  <a:pt x="1092047" y="90170"/>
                </a:lnTo>
                <a:lnTo>
                  <a:pt x="1085710" y="97790"/>
                </a:lnTo>
                <a:lnTo>
                  <a:pt x="1078941" y="102870"/>
                </a:lnTo>
                <a:lnTo>
                  <a:pt x="1071372" y="110490"/>
                </a:lnTo>
                <a:lnTo>
                  <a:pt x="1062621" y="116840"/>
                </a:lnTo>
                <a:lnTo>
                  <a:pt x="1013853" y="120650"/>
                </a:lnTo>
                <a:lnTo>
                  <a:pt x="965784" y="125958"/>
                </a:lnTo>
                <a:lnTo>
                  <a:pt x="965784" y="196850"/>
                </a:lnTo>
                <a:lnTo>
                  <a:pt x="923315" y="214630"/>
                </a:lnTo>
                <a:lnTo>
                  <a:pt x="877481" y="227330"/>
                </a:lnTo>
                <a:lnTo>
                  <a:pt x="779487" y="246380"/>
                </a:lnTo>
                <a:lnTo>
                  <a:pt x="729208" y="254000"/>
                </a:lnTo>
                <a:lnTo>
                  <a:pt x="679335" y="264160"/>
                </a:lnTo>
                <a:lnTo>
                  <a:pt x="630796" y="275590"/>
                </a:lnTo>
                <a:lnTo>
                  <a:pt x="584542" y="290830"/>
                </a:lnTo>
                <a:lnTo>
                  <a:pt x="541502" y="309880"/>
                </a:lnTo>
                <a:lnTo>
                  <a:pt x="493445" y="309880"/>
                </a:lnTo>
                <a:lnTo>
                  <a:pt x="443585" y="313690"/>
                </a:lnTo>
                <a:lnTo>
                  <a:pt x="392684" y="321310"/>
                </a:lnTo>
                <a:lnTo>
                  <a:pt x="341503" y="327660"/>
                </a:lnTo>
                <a:lnTo>
                  <a:pt x="290830" y="335280"/>
                </a:lnTo>
                <a:lnTo>
                  <a:pt x="241439" y="336550"/>
                </a:lnTo>
                <a:lnTo>
                  <a:pt x="287883" y="323850"/>
                </a:lnTo>
                <a:lnTo>
                  <a:pt x="429831" y="289560"/>
                </a:lnTo>
                <a:lnTo>
                  <a:pt x="477494" y="279400"/>
                </a:lnTo>
                <a:lnTo>
                  <a:pt x="525056" y="267970"/>
                </a:lnTo>
                <a:lnTo>
                  <a:pt x="554405" y="264160"/>
                </a:lnTo>
                <a:lnTo>
                  <a:pt x="613460" y="264160"/>
                </a:lnTo>
                <a:lnTo>
                  <a:pt x="641261" y="261620"/>
                </a:lnTo>
                <a:lnTo>
                  <a:pt x="687882" y="252730"/>
                </a:lnTo>
                <a:lnTo>
                  <a:pt x="819315" y="218440"/>
                </a:lnTo>
                <a:lnTo>
                  <a:pt x="863130" y="212090"/>
                </a:lnTo>
                <a:lnTo>
                  <a:pt x="908342" y="214630"/>
                </a:lnTo>
                <a:lnTo>
                  <a:pt x="926172" y="208280"/>
                </a:lnTo>
                <a:lnTo>
                  <a:pt x="939736" y="200660"/>
                </a:lnTo>
                <a:lnTo>
                  <a:pt x="951966" y="196850"/>
                </a:lnTo>
                <a:lnTo>
                  <a:pt x="965784" y="196850"/>
                </a:lnTo>
                <a:lnTo>
                  <a:pt x="965784" y="125958"/>
                </a:lnTo>
                <a:lnTo>
                  <a:pt x="910323" y="132080"/>
                </a:lnTo>
                <a:lnTo>
                  <a:pt x="857262" y="144780"/>
                </a:lnTo>
                <a:lnTo>
                  <a:pt x="846950" y="148590"/>
                </a:lnTo>
                <a:lnTo>
                  <a:pt x="836752" y="157480"/>
                </a:lnTo>
                <a:lnTo>
                  <a:pt x="826490" y="162560"/>
                </a:lnTo>
                <a:lnTo>
                  <a:pt x="815987" y="166370"/>
                </a:lnTo>
                <a:lnTo>
                  <a:pt x="764247" y="176530"/>
                </a:lnTo>
                <a:lnTo>
                  <a:pt x="709790" y="184150"/>
                </a:lnTo>
                <a:lnTo>
                  <a:pt x="654939" y="189230"/>
                </a:lnTo>
                <a:lnTo>
                  <a:pt x="612622" y="196850"/>
                </a:lnTo>
                <a:lnTo>
                  <a:pt x="609269" y="197662"/>
                </a:lnTo>
                <a:lnTo>
                  <a:pt x="609269" y="231140"/>
                </a:lnTo>
                <a:lnTo>
                  <a:pt x="606615" y="237490"/>
                </a:lnTo>
                <a:lnTo>
                  <a:pt x="598678" y="241300"/>
                </a:lnTo>
                <a:lnTo>
                  <a:pt x="583514" y="241300"/>
                </a:lnTo>
                <a:lnTo>
                  <a:pt x="586155" y="233680"/>
                </a:lnTo>
                <a:lnTo>
                  <a:pt x="594093" y="231140"/>
                </a:lnTo>
                <a:lnTo>
                  <a:pt x="603186" y="229870"/>
                </a:lnTo>
                <a:lnTo>
                  <a:pt x="609269" y="231140"/>
                </a:lnTo>
                <a:lnTo>
                  <a:pt x="609269" y="197662"/>
                </a:lnTo>
                <a:lnTo>
                  <a:pt x="602043" y="199390"/>
                </a:lnTo>
                <a:lnTo>
                  <a:pt x="559066" y="212090"/>
                </a:lnTo>
                <a:lnTo>
                  <a:pt x="529285" y="222250"/>
                </a:lnTo>
                <a:lnTo>
                  <a:pt x="510616" y="229870"/>
                </a:lnTo>
                <a:lnTo>
                  <a:pt x="505955" y="231140"/>
                </a:lnTo>
                <a:lnTo>
                  <a:pt x="468934" y="229870"/>
                </a:lnTo>
                <a:lnTo>
                  <a:pt x="450176" y="231140"/>
                </a:lnTo>
                <a:lnTo>
                  <a:pt x="431419" y="233680"/>
                </a:lnTo>
                <a:lnTo>
                  <a:pt x="401764" y="241300"/>
                </a:lnTo>
                <a:lnTo>
                  <a:pt x="394347" y="242570"/>
                </a:lnTo>
                <a:lnTo>
                  <a:pt x="358698" y="257810"/>
                </a:lnTo>
                <a:lnTo>
                  <a:pt x="336435" y="250190"/>
                </a:lnTo>
                <a:lnTo>
                  <a:pt x="309232" y="252730"/>
                </a:lnTo>
                <a:lnTo>
                  <a:pt x="287515" y="257810"/>
                </a:lnTo>
                <a:lnTo>
                  <a:pt x="280276" y="260350"/>
                </a:lnTo>
                <a:lnTo>
                  <a:pt x="252742" y="264160"/>
                </a:lnTo>
                <a:lnTo>
                  <a:pt x="244398" y="270510"/>
                </a:lnTo>
                <a:lnTo>
                  <a:pt x="241896" y="285750"/>
                </a:lnTo>
                <a:lnTo>
                  <a:pt x="233565" y="290830"/>
                </a:lnTo>
                <a:lnTo>
                  <a:pt x="188836" y="290830"/>
                </a:lnTo>
                <a:lnTo>
                  <a:pt x="145618" y="287020"/>
                </a:lnTo>
                <a:lnTo>
                  <a:pt x="107251" y="289560"/>
                </a:lnTo>
                <a:lnTo>
                  <a:pt x="103898" y="290830"/>
                </a:lnTo>
                <a:lnTo>
                  <a:pt x="77076" y="306070"/>
                </a:lnTo>
                <a:lnTo>
                  <a:pt x="64744" y="300990"/>
                </a:lnTo>
                <a:lnTo>
                  <a:pt x="47739" y="297180"/>
                </a:lnTo>
                <a:lnTo>
                  <a:pt x="27482" y="297180"/>
                </a:lnTo>
                <a:lnTo>
                  <a:pt x="5461" y="300990"/>
                </a:lnTo>
                <a:lnTo>
                  <a:pt x="28206" y="306070"/>
                </a:lnTo>
                <a:lnTo>
                  <a:pt x="35788" y="308610"/>
                </a:lnTo>
                <a:lnTo>
                  <a:pt x="48895" y="316230"/>
                </a:lnTo>
                <a:lnTo>
                  <a:pt x="57912" y="332740"/>
                </a:lnTo>
                <a:lnTo>
                  <a:pt x="50863" y="336550"/>
                </a:lnTo>
                <a:lnTo>
                  <a:pt x="43802" y="340360"/>
                </a:lnTo>
                <a:lnTo>
                  <a:pt x="30302" y="347980"/>
                </a:lnTo>
                <a:lnTo>
                  <a:pt x="19773" y="359410"/>
                </a:lnTo>
                <a:lnTo>
                  <a:pt x="14605" y="374650"/>
                </a:lnTo>
                <a:lnTo>
                  <a:pt x="18694" y="391160"/>
                </a:lnTo>
                <a:lnTo>
                  <a:pt x="28181" y="392430"/>
                </a:lnTo>
                <a:lnTo>
                  <a:pt x="38468" y="392430"/>
                </a:lnTo>
                <a:lnTo>
                  <a:pt x="44932" y="402590"/>
                </a:lnTo>
                <a:lnTo>
                  <a:pt x="33655" y="400050"/>
                </a:lnTo>
                <a:lnTo>
                  <a:pt x="27546" y="402590"/>
                </a:lnTo>
                <a:lnTo>
                  <a:pt x="21437" y="403860"/>
                </a:lnTo>
                <a:lnTo>
                  <a:pt x="2997" y="410210"/>
                </a:lnTo>
                <a:lnTo>
                  <a:pt x="10172" y="415290"/>
                </a:lnTo>
                <a:lnTo>
                  <a:pt x="18516" y="422910"/>
                </a:lnTo>
                <a:lnTo>
                  <a:pt x="24523" y="430530"/>
                </a:lnTo>
                <a:lnTo>
                  <a:pt x="24650" y="436880"/>
                </a:lnTo>
                <a:lnTo>
                  <a:pt x="24739" y="440690"/>
                </a:lnTo>
                <a:lnTo>
                  <a:pt x="18592" y="440690"/>
                </a:lnTo>
                <a:lnTo>
                  <a:pt x="12941" y="438150"/>
                </a:lnTo>
                <a:lnTo>
                  <a:pt x="7010" y="438150"/>
                </a:lnTo>
                <a:lnTo>
                  <a:pt x="12547" y="482600"/>
                </a:lnTo>
                <a:lnTo>
                  <a:pt x="32677" y="516890"/>
                </a:lnTo>
                <a:lnTo>
                  <a:pt x="93929" y="554990"/>
                </a:lnTo>
                <a:lnTo>
                  <a:pt x="134594" y="561340"/>
                </a:lnTo>
                <a:lnTo>
                  <a:pt x="182181" y="562610"/>
                </a:lnTo>
                <a:lnTo>
                  <a:pt x="234073" y="562610"/>
                </a:lnTo>
                <a:lnTo>
                  <a:pt x="333705" y="558800"/>
                </a:lnTo>
                <a:lnTo>
                  <a:pt x="476681" y="547370"/>
                </a:lnTo>
                <a:lnTo>
                  <a:pt x="525653" y="542290"/>
                </a:lnTo>
                <a:lnTo>
                  <a:pt x="675068" y="519430"/>
                </a:lnTo>
                <a:lnTo>
                  <a:pt x="1122768" y="433070"/>
                </a:lnTo>
                <a:lnTo>
                  <a:pt x="1170305" y="425450"/>
                </a:lnTo>
                <a:lnTo>
                  <a:pt x="1217053" y="415290"/>
                </a:lnTo>
                <a:lnTo>
                  <a:pt x="1224838" y="417830"/>
                </a:lnTo>
                <a:lnTo>
                  <a:pt x="1226185" y="421640"/>
                </a:lnTo>
                <a:lnTo>
                  <a:pt x="1227404" y="425450"/>
                </a:lnTo>
                <a:lnTo>
                  <a:pt x="1234859" y="425450"/>
                </a:lnTo>
                <a:lnTo>
                  <a:pt x="1247444" y="415290"/>
                </a:lnTo>
                <a:lnTo>
                  <a:pt x="1260830" y="410210"/>
                </a:lnTo>
                <a:lnTo>
                  <a:pt x="1273873" y="410210"/>
                </a:lnTo>
                <a:lnTo>
                  <a:pt x="1285379" y="415290"/>
                </a:lnTo>
                <a:lnTo>
                  <a:pt x="1238605" y="445770"/>
                </a:lnTo>
                <a:lnTo>
                  <a:pt x="1227213" y="455930"/>
                </a:lnTo>
                <a:lnTo>
                  <a:pt x="1197584" y="480060"/>
                </a:lnTo>
                <a:lnTo>
                  <a:pt x="1164501" y="515620"/>
                </a:lnTo>
                <a:lnTo>
                  <a:pt x="1141476" y="554990"/>
                </a:lnTo>
                <a:lnTo>
                  <a:pt x="1139228" y="565150"/>
                </a:lnTo>
                <a:lnTo>
                  <a:pt x="1130693" y="600710"/>
                </a:lnTo>
                <a:lnTo>
                  <a:pt x="1111148" y="610870"/>
                </a:lnTo>
                <a:lnTo>
                  <a:pt x="1098473" y="622300"/>
                </a:lnTo>
                <a:lnTo>
                  <a:pt x="1089355" y="637540"/>
                </a:lnTo>
                <a:lnTo>
                  <a:pt x="1080465" y="651510"/>
                </a:lnTo>
                <a:lnTo>
                  <a:pt x="1092542" y="660400"/>
                </a:lnTo>
                <a:lnTo>
                  <a:pt x="1091844" y="678180"/>
                </a:lnTo>
                <a:lnTo>
                  <a:pt x="1078738" y="709930"/>
                </a:lnTo>
                <a:lnTo>
                  <a:pt x="1092123" y="720090"/>
                </a:lnTo>
                <a:lnTo>
                  <a:pt x="1093292" y="734060"/>
                </a:lnTo>
                <a:lnTo>
                  <a:pt x="1089990" y="750570"/>
                </a:lnTo>
                <a:lnTo>
                  <a:pt x="1089901" y="765810"/>
                </a:lnTo>
                <a:lnTo>
                  <a:pt x="1103553" y="798830"/>
                </a:lnTo>
                <a:lnTo>
                  <a:pt x="1115288" y="829310"/>
                </a:lnTo>
                <a:lnTo>
                  <a:pt x="1127734" y="859790"/>
                </a:lnTo>
                <a:lnTo>
                  <a:pt x="1143558" y="892810"/>
                </a:lnTo>
                <a:lnTo>
                  <a:pt x="1181379" y="913130"/>
                </a:lnTo>
                <a:lnTo>
                  <a:pt x="1222717" y="928370"/>
                </a:lnTo>
                <a:lnTo>
                  <a:pt x="1235392" y="932180"/>
                </a:lnTo>
                <a:lnTo>
                  <a:pt x="1267066" y="942340"/>
                </a:lnTo>
                <a:lnTo>
                  <a:pt x="1290472" y="946150"/>
                </a:lnTo>
                <a:lnTo>
                  <a:pt x="1313891" y="949960"/>
                </a:lnTo>
                <a:lnTo>
                  <a:pt x="1362697" y="951230"/>
                </a:lnTo>
                <a:lnTo>
                  <a:pt x="1412963" y="951230"/>
                </a:lnTo>
                <a:lnTo>
                  <a:pt x="1464170" y="947420"/>
                </a:lnTo>
                <a:lnTo>
                  <a:pt x="1515808" y="942340"/>
                </a:lnTo>
                <a:lnTo>
                  <a:pt x="1567370" y="932180"/>
                </a:lnTo>
                <a:lnTo>
                  <a:pt x="1705229" y="897890"/>
                </a:lnTo>
                <a:lnTo>
                  <a:pt x="1752917" y="885190"/>
                </a:lnTo>
                <a:lnTo>
                  <a:pt x="1801304" y="869950"/>
                </a:lnTo>
                <a:lnTo>
                  <a:pt x="1850301" y="855980"/>
                </a:lnTo>
                <a:lnTo>
                  <a:pt x="1949729" y="825500"/>
                </a:lnTo>
                <a:lnTo>
                  <a:pt x="2050427" y="791210"/>
                </a:lnTo>
                <a:lnTo>
                  <a:pt x="2101011" y="775970"/>
                </a:lnTo>
                <a:lnTo>
                  <a:pt x="2457704" y="652780"/>
                </a:lnTo>
                <a:lnTo>
                  <a:pt x="2457704" y="320040"/>
                </a:lnTo>
                <a:lnTo>
                  <a:pt x="2451709" y="323850"/>
                </a:lnTo>
                <a:lnTo>
                  <a:pt x="2419934" y="332740"/>
                </a:lnTo>
                <a:lnTo>
                  <a:pt x="2392273" y="335280"/>
                </a:lnTo>
                <a:lnTo>
                  <a:pt x="2420467" y="323850"/>
                </a:lnTo>
                <a:lnTo>
                  <a:pt x="2446756" y="309880"/>
                </a:lnTo>
                <a:lnTo>
                  <a:pt x="2457704" y="304800"/>
                </a:lnTo>
                <a:lnTo>
                  <a:pt x="2457704" y="294640"/>
                </a:lnTo>
                <a:lnTo>
                  <a:pt x="2383459" y="320040"/>
                </a:lnTo>
                <a:lnTo>
                  <a:pt x="2341626" y="335280"/>
                </a:lnTo>
                <a:lnTo>
                  <a:pt x="2279535" y="358140"/>
                </a:lnTo>
                <a:lnTo>
                  <a:pt x="2259533" y="365760"/>
                </a:lnTo>
                <a:lnTo>
                  <a:pt x="2229523" y="377190"/>
                </a:lnTo>
                <a:lnTo>
                  <a:pt x="2138375" y="417830"/>
                </a:lnTo>
                <a:lnTo>
                  <a:pt x="2187930" y="400050"/>
                </a:lnTo>
                <a:lnTo>
                  <a:pt x="2228977" y="383540"/>
                </a:lnTo>
                <a:lnTo>
                  <a:pt x="2267813" y="370840"/>
                </a:lnTo>
                <a:lnTo>
                  <a:pt x="2310727" y="365760"/>
                </a:lnTo>
                <a:lnTo>
                  <a:pt x="2265921" y="384810"/>
                </a:lnTo>
                <a:lnTo>
                  <a:pt x="2219998" y="403860"/>
                </a:lnTo>
                <a:lnTo>
                  <a:pt x="2196084" y="412940"/>
                </a:lnTo>
                <a:lnTo>
                  <a:pt x="2196084" y="440690"/>
                </a:lnTo>
                <a:lnTo>
                  <a:pt x="2195080" y="452120"/>
                </a:lnTo>
                <a:lnTo>
                  <a:pt x="2188514" y="463550"/>
                </a:lnTo>
                <a:lnTo>
                  <a:pt x="2178393" y="468630"/>
                </a:lnTo>
                <a:lnTo>
                  <a:pt x="2166683" y="464820"/>
                </a:lnTo>
                <a:lnTo>
                  <a:pt x="2167140" y="468630"/>
                </a:lnTo>
                <a:lnTo>
                  <a:pt x="2167598" y="472440"/>
                </a:lnTo>
                <a:lnTo>
                  <a:pt x="2164715" y="478790"/>
                </a:lnTo>
                <a:lnTo>
                  <a:pt x="2161667" y="483870"/>
                </a:lnTo>
                <a:lnTo>
                  <a:pt x="2162048" y="491490"/>
                </a:lnTo>
                <a:lnTo>
                  <a:pt x="2116163" y="516890"/>
                </a:lnTo>
                <a:lnTo>
                  <a:pt x="2071306" y="535940"/>
                </a:lnTo>
                <a:lnTo>
                  <a:pt x="2027377" y="553720"/>
                </a:lnTo>
                <a:lnTo>
                  <a:pt x="1947951" y="577850"/>
                </a:lnTo>
                <a:lnTo>
                  <a:pt x="1941906" y="580390"/>
                </a:lnTo>
                <a:lnTo>
                  <a:pt x="1900161" y="591820"/>
                </a:lnTo>
                <a:lnTo>
                  <a:pt x="1933282" y="572770"/>
                </a:lnTo>
                <a:lnTo>
                  <a:pt x="1971217" y="554990"/>
                </a:lnTo>
                <a:lnTo>
                  <a:pt x="2013178" y="538480"/>
                </a:lnTo>
                <a:lnTo>
                  <a:pt x="2058352" y="516890"/>
                </a:lnTo>
                <a:lnTo>
                  <a:pt x="2053310" y="513080"/>
                </a:lnTo>
                <a:lnTo>
                  <a:pt x="2046135" y="513080"/>
                </a:lnTo>
                <a:lnTo>
                  <a:pt x="2037892" y="515620"/>
                </a:lnTo>
                <a:lnTo>
                  <a:pt x="2071395" y="490220"/>
                </a:lnTo>
                <a:lnTo>
                  <a:pt x="2114639" y="471170"/>
                </a:lnTo>
                <a:lnTo>
                  <a:pt x="2159063" y="455930"/>
                </a:lnTo>
                <a:lnTo>
                  <a:pt x="2196084" y="440690"/>
                </a:lnTo>
                <a:lnTo>
                  <a:pt x="2196084" y="412940"/>
                </a:lnTo>
                <a:lnTo>
                  <a:pt x="2173109" y="421640"/>
                </a:lnTo>
                <a:lnTo>
                  <a:pt x="2125408" y="440690"/>
                </a:lnTo>
                <a:lnTo>
                  <a:pt x="1911286" y="515620"/>
                </a:lnTo>
                <a:lnTo>
                  <a:pt x="1854949" y="532841"/>
                </a:lnTo>
                <a:lnTo>
                  <a:pt x="1854949" y="589280"/>
                </a:lnTo>
                <a:lnTo>
                  <a:pt x="1854047" y="591820"/>
                </a:lnTo>
                <a:lnTo>
                  <a:pt x="1848612" y="603250"/>
                </a:lnTo>
                <a:lnTo>
                  <a:pt x="1835099" y="610870"/>
                </a:lnTo>
                <a:lnTo>
                  <a:pt x="1819033" y="614680"/>
                </a:lnTo>
                <a:lnTo>
                  <a:pt x="1805063" y="614680"/>
                </a:lnTo>
                <a:lnTo>
                  <a:pt x="1807705" y="607060"/>
                </a:lnTo>
                <a:lnTo>
                  <a:pt x="1813775" y="600710"/>
                </a:lnTo>
                <a:lnTo>
                  <a:pt x="1820697" y="596900"/>
                </a:lnTo>
                <a:lnTo>
                  <a:pt x="1825904" y="591820"/>
                </a:lnTo>
                <a:lnTo>
                  <a:pt x="1783562" y="595630"/>
                </a:lnTo>
                <a:lnTo>
                  <a:pt x="1763852" y="599440"/>
                </a:lnTo>
                <a:lnTo>
                  <a:pt x="1747977" y="607060"/>
                </a:lnTo>
                <a:lnTo>
                  <a:pt x="1745526" y="608330"/>
                </a:lnTo>
                <a:lnTo>
                  <a:pt x="1746427" y="614680"/>
                </a:lnTo>
                <a:lnTo>
                  <a:pt x="1747329" y="621030"/>
                </a:lnTo>
                <a:lnTo>
                  <a:pt x="1748612" y="621030"/>
                </a:lnTo>
                <a:lnTo>
                  <a:pt x="1747634" y="622300"/>
                </a:lnTo>
                <a:lnTo>
                  <a:pt x="1747380" y="621030"/>
                </a:lnTo>
                <a:lnTo>
                  <a:pt x="1741449" y="622300"/>
                </a:lnTo>
                <a:lnTo>
                  <a:pt x="1727136" y="626110"/>
                </a:lnTo>
                <a:lnTo>
                  <a:pt x="1679016" y="629920"/>
                </a:lnTo>
                <a:lnTo>
                  <a:pt x="1651889" y="637540"/>
                </a:lnTo>
                <a:lnTo>
                  <a:pt x="1650517" y="645160"/>
                </a:lnTo>
                <a:lnTo>
                  <a:pt x="1624761" y="651510"/>
                </a:lnTo>
                <a:lnTo>
                  <a:pt x="1592262" y="651510"/>
                </a:lnTo>
                <a:lnTo>
                  <a:pt x="1570697" y="645160"/>
                </a:lnTo>
                <a:lnTo>
                  <a:pt x="1595094" y="637540"/>
                </a:lnTo>
                <a:lnTo>
                  <a:pt x="1621015" y="628650"/>
                </a:lnTo>
                <a:lnTo>
                  <a:pt x="1644878" y="622300"/>
                </a:lnTo>
                <a:lnTo>
                  <a:pt x="1663115" y="629920"/>
                </a:lnTo>
                <a:lnTo>
                  <a:pt x="1699272" y="613410"/>
                </a:lnTo>
                <a:lnTo>
                  <a:pt x="1740573" y="599440"/>
                </a:lnTo>
                <a:lnTo>
                  <a:pt x="1785416" y="585470"/>
                </a:lnTo>
                <a:lnTo>
                  <a:pt x="1832190" y="568960"/>
                </a:lnTo>
                <a:lnTo>
                  <a:pt x="1832216" y="581660"/>
                </a:lnTo>
                <a:lnTo>
                  <a:pt x="1835188" y="588010"/>
                </a:lnTo>
                <a:lnTo>
                  <a:pt x="1854949" y="589280"/>
                </a:lnTo>
                <a:lnTo>
                  <a:pt x="1854949" y="532841"/>
                </a:lnTo>
                <a:lnTo>
                  <a:pt x="1782470" y="554990"/>
                </a:lnTo>
                <a:lnTo>
                  <a:pt x="1734108" y="568960"/>
                </a:lnTo>
                <a:lnTo>
                  <a:pt x="1639481" y="591820"/>
                </a:lnTo>
                <a:lnTo>
                  <a:pt x="1593519" y="600710"/>
                </a:lnTo>
                <a:lnTo>
                  <a:pt x="1621231" y="581660"/>
                </a:lnTo>
                <a:lnTo>
                  <a:pt x="1660359" y="570230"/>
                </a:lnTo>
                <a:lnTo>
                  <a:pt x="1698917" y="561340"/>
                </a:lnTo>
                <a:lnTo>
                  <a:pt x="1724952" y="546100"/>
                </a:lnTo>
                <a:lnTo>
                  <a:pt x="1701292" y="549910"/>
                </a:lnTo>
                <a:lnTo>
                  <a:pt x="1675180" y="558800"/>
                </a:lnTo>
                <a:lnTo>
                  <a:pt x="1649780" y="565150"/>
                </a:lnTo>
                <a:lnTo>
                  <a:pt x="1628203" y="565150"/>
                </a:lnTo>
                <a:lnTo>
                  <a:pt x="1650669" y="542290"/>
                </a:lnTo>
                <a:lnTo>
                  <a:pt x="1705749" y="509270"/>
                </a:lnTo>
                <a:lnTo>
                  <a:pt x="1841233" y="464820"/>
                </a:lnTo>
                <a:lnTo>
                  <a:pt x="1890433" y="452120"/>
                </a:lnTo>
                <a:lnTo>
                  <a:pt x="1938832" y="436880"/>
                </a:lnTo>
                <a:lnTo>
                  <a:pt x="1986470" y="422910"/>
                </a:lnTo>
                <a:lnTo>
                  <a:pt x="2079688" y="392430"/>
                </a:lnTo>
                <a:lnTo>
                  <a:pt x="2170531" y="358140"/>
                </a:lnTo>
                <a:lnTo>
                  <a:pt x="2215184" y="339090"/>
                </a:lnTo>
                <a:lnTo>
                  <a:pt x="2259406" y="317500"/>
                </a:lnTo>
                <a:lnTo>
                  <a:pt x="2303234" y="294640"/>
                </a:lnTo>
                <a:lnTo>
                  <a:pt x="2350681" y="287020"/>
                </a:lnTo>
                <a:lnTo>
                  <a:pt x="2394724" y="275590"/>
                </a:lnTo>
                <a:lnTo>
                  <a:pt x="2436495" y="260350"/>
                </a:lnTo>
                <a:lnTo>
                  <a:pt x="2457704" y="251460"/>
                </a:lnTo>
                <a:lnTo>
                  <a:pt x="2457704" y="227330"/>
                </a:lnTo>
                <a:close/>
              </a:path>
            </a:pathLst>
          </a:custGeom>
          <a:solidFill>
            <a:srgbClr val="FF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0271" y="812042"/>
            <a:ext cx="14820478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FEFEFE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0459" y="6624098"/>
            <a:ext cx="1944825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47120" y="26784398"/>
            <a:ext cx="69149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80459" y="26784398"/>
            <a:ext cx="4970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5558608" y="26784398"/>
            <a:ext cx="4970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9523" y="670765"/>
            <a:ext cx="14820478" cy="1249060"/>
          </a:xfrm>
          <a:prstGeom prst="rect">
            <a:avLst/>
          </a:prstGeom>
        </p:spPr>
        <p:txBody>
          <a:bodyPr vert="horz" wrap="square" lIns="0" tIns="17780" rIns="0" bIns="0" rtlCol="0" anchor="t">
            <a:spAutoFit/>
          </a:bodyPr>
          <a:lstStyle/>
          <a:p>
            <a:pPr marL="12700" algn="ctr">
              <a:spcBef>
                <a:spcPts val="140"/>
              </a:spcBef>
            </a:pPr>
            <a:r>
              <a:rPr lang="en-US" sz="8000" spc="409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Deepfake</a:t>
            </a:r>
            <a:r>
              <a:rPr sz="8000" spc="-1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人臉偵測的應用程式</a:t>
            </a:r>
            <a:endParaRPr lang="en-US" sz="8000" spc="-10" dirty="0" err="1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2362" y="4510506"/>
            <a:ext cx="19354800" cy="9253855"/>
            <a:chOff x="85613" y="3752248"/>
            <a:chExt cx="13410565" cy="9253855"/>
          </a:xfrm>
        </p:grpSpPr>
        <p:sp>
          <p:nvSpPr>
            <p:cNvPr id="5" name="object 5"/>
            <p:cNvSpPr/>
            <p:nvPr/>
          </p:nvSpPr>
          <p:spPr>
            <a:xfrm>
              <a:off x="85613" y="3752248"/>
              <a:ext cx="13410565" cy="9253855"/>
            </a:xfrm>
            <a:custGeom>
              <a:avLst/>
              <a:gdLst/>
              <a:ahLst/>
              <a:cxnLst/>
              <a:rect l="l" t="t" r="r" b="b"/>
              <a:pathLst>
                <a:path w="13410565" h="9253855">
                  <a:moveTo>
                    <a:pt x="13084706" y="9253433"/>
                  </a:moveTo>
                  <a:lnTo>
                    <a:pt x="331253" y="9253433"/>
                  </a:lnTo>
                  <a:lnTo>
                    <a:pt x="282303" y="9249841"/>
                  </a:lnTo>
                  <a:lnTo>
                    <a:pt x="235582" y="9239408"/>
                  </a:lnTo>
                  <a:lnTo>
                    <a:pt x="191605" y="9222645"/>
                  </a:lnTo>
                  <a:lnTo>
                    <a:pt x="150882" y="9200066"/>
                  </a:lnTo>
                  <a:lnTo>
                    <a:pt x="113926" y="9172182"/>
                  </a:lnTo>
                  <a:lnTo>
                    <a:pt x="81250" y="9139506"/>
                  </a:lnTo>
                  <a:lnTo>
                    <a:pt x="53366" y="9102550"/>
                  </a:lnTo>
                  <a:lnTo>
                    <a:pt x="30787" y="9061828"/>
                  </a:lnTo>
                  <a:lnTo>
                    <a:pt x="14024" y="9017850"/>
                  </a:lnTo>
                  <a:lnTo>
                    <a:pt x="3591" y="8971130"/>
                  </a:lnTo>
                  <a:lnTo>
                    <a:pt x="0" y="8922180"/>
                  </a:lnTo>
                  <a:lnTo>
                    <a:pt x="0" y="331253"/>
                  </a:lnTo>
                  <a:lnTo>
                    <a:pt x="3591" y="282302"/>
                  </a:lnTo>
                  <a:lnTo>
                    <a:pt x="14024" y="235582"/>
                  </a:lnTo>
                  <a:lnTo>
                    <a:pt x="30787" y="191605"/>
                  </a:lnTo>
                  <a:lnTo>
                    <a:pt x="53366" y="150882"/>
                  </a:lnTo>
                  <a:lnTo>
                    <a:pt x="81250" y="113926"/>
                  </a:lnTo>
                  <a:lnTo>
                    <a:pt x="113926" y="81250"/>
                  </a:lnTo>
                  <a:lnTo>
                    <a:pt x="150882" y="53366"/>
                  </a:lnTo>
                  <a:lnTo>
                    <a:pt x="191605" y="30787"/>
                  </a:lnTo>
                  <a:lnTo>
                    <a:pt x="235582" y="14024"/>
                  </a:lnTo>
                  <a:lnTo>
                    <a:pt x="282303" y="3591"/>
                  </a:lnTo>
                  <a:lnTo>
                    <a:pt x="331253" y="0"/>
                  </a:lnTo>
                  <a:lnTo>
                    <a:pt x="13084706" y="0"/>
                  </a:lnTo>
                  <a:lnTo>
                    <a:pt x="13133656" y="3591"/>
                  </a:lnTo>
                  <a:lnTo>
                    <a:pt x="13180377" y="14024"/>
                  </a:lnTo>
                  <a:lnTo>
                    <a:pt x="13224354" y="30787"/>
                  </a:lnTo>
                  <a:lnTo>
                    <a:pt x="13265077" y="53366"/>
                  </a:lnTo>
                  <a:lnTo>
                    <a:pt x="13302033" y="81250"/>
                  </a:lnTo>
                  <a:lnTo>
                    <a:pt x="13334709" y="113926"/>
                  </a:lnTo>
                  <a:lnTo>
                    <a:pt x="13362593" y="150882"/>
                  </a:lnTo>
                  <a:lnTo>
                    <a:pt x="13385173" y="191605"/>
                  </a:lnTo>
                  <a:lnTo>
                    <a:pt x="13401936" y="235582"/>
                  </a:lnTo>
                  <a:lnTo>
                    <a:pt x="13410248" y="272807"/>
                  </a:lnTo>
                  <a:lnTo>
                    <a:pt x="13410248" y="8980625"/>
                  </a:lnTo>
                  <a:lnTo>
                    <a:pt x="13401936" y="9017850"/>
                  </a:lnTo>
                  <a:lnTo>
                    <a:pt x="13385173" y="9061828"/>
                  </a:lnTo>
                  <a:lnTo>
                    <a:pt x="13362593" y="9102550"/>
                  </a:lnTo>
                  <a:lnTo>
                    <a:pt x="13334709" y="9139506"/>
                  </a:lnTo>
                  <a:lnTo>
                    <a:pt x="13302033" y="9172182"/>
                  </a:lnTo>
                  <a:lnTo>
                    <a:pt x="13265077" y="9200066"/>
                  </a:lnTo>
                  <a:lnTo>
                    <a:pt x="13224354" y="9222645"/>
                  </a:lnTo>
                  <a:lnTo>
                    <a:pt x="13180377" y="9239408"/>
                  </a:lnTo>
                  <a:lnTo>
                    <a:pt x="13133656" y="9249841"/>
                  </a:lnTo>
                  <a:lnTo>
                    <a:pt x="13084706" y="9253433"/>
                  </a:lnTo>
                  <a:close/>
                </a:path>
              </a:pathLst>
            </a:custGeom>
            <a:solidFill>
              <a:srgbClr val="946F00"/>
            </a:solidFill>
          </p:spPr>
          <p:txBody>
            <a:bodyPr wrap="square" lIns="0" tIns="0" rIns="0" bIns="0" rtlCol="0"/>
            <a:lstStyle/>
            <a:p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9826" y="8960896"/>
              <a:ext cx="179055" cy="1790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9826" y="10285909"/>
              <a:ext cx="179055" cy="1790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9826" y="11610922"/>
              <a:ext cx="179055" cy="17905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035424" y="3276244"/>
            <a:ext cx="8059738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2138680" algn="l"/>
              </a:tabLst>
            </a:pPr>
            <a:r>
              <a:rPr sz="4000" b="1" spc="-1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參與成</a:t>
            </a:r>
            <a:r>
              <a:rPr sz="4000" b="1" spc="-5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員</a:t>
            </a:r>
            <a:r>
              <a:rPr lang="en-US" sz="4000" b="1" spc="-5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 </a:t>
            </a:r>
            <a:r>
              <a:rPr sz="4000" spc="-1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林弘</a:t>
            </a:r>
            <a:r>
              <a:rPr sz="400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叡</a:t>
            </a:r>
            <a:r>
              <a:rPr sz="4000" spc="665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 </a:t>
            </a:r>
            <a:r>
              <a:rPr sz="4000" spc="-1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林泓</a:t>
            </a:r>
            <a:r>
              <a:rPr sz="400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宇</a:t>
            </a:r>
            <a:r>
              <a:rPr sz="4000" spc="665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 </a:t>
            </a:r>
            <a:r>
              <a:rPr sz="4000" spc="-1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許育</a:t>
            </a:r>
            <a:r>
              <a:rPr sz="4000" spc="-5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豪</a:t>
            </a:r>
            <a:endParaRPr sz="4000" dirty="0"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28562" y="3276244"/>
            <a:ext cx="5156154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2136140" algn="l"/>
              </a:tabLst>
            </a:pPr>
            <a:r>
              <a:rPr sz="4000" b="1" spc="-1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指導教</a:t>
            </a:r>
            <a:r>
              <a:rPr sz="4000" b="1" spc="-5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授</a:t>
            </a:r>
            <a:r>
              <a:rPr lang="en-US" sz="4000" b="1" spc="-5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 </a:t>
            </a:r>
            <a:r>
              <a:rPr sz="4000" spc="-1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江季翰教</a:t>
            </a:r>
            <a:r>
              <a:rPr sz="4000" spc="-50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授</a:t>
            </a:r>
            <a:endParaRPr sz="4000" dirty="0"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6200" y="6267959"/>
            <a:ext cx="1322825" cy="786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4700" spc="-5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動機</a:t>
            </a:r>
            <a:endParaRPr sz="4700" dirty="0"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6200" y="10733700"/>
            <a:ext cx="1322825" cy="7862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4700" spc="-5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目的</a:t>
            </a:r>
            <a:endParaRPr sz="4700" dirty="0"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0ED5B3-991D-98A5-A2A0-88BD6EE899DE}"/>
              </a:ext>
            </a:extLst>
          </p:cNvPr>
          <p:cNvSpPr/>
          <p:nvPr/>
        </p:nvSpPr>
        <p:spPr>
          <a:xfrm>
            <a:off x="4035423" y="9140923"/>
            <a:ext cx="1125538" cy="3581400"/>
          </a:xfrm>
          <a:prstGeom prst="rect">
            <a:avLst/>
          </a:prstGeom>
          <a:solidFill>
            <a:srgbClr val="946F00"/>
          </a:solidFill>
          <a:ln>
            <a:solidFill>
              <a:srgbClr val="946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1571" y="10085566"/>
            <a:ext cx="15765619" cy="330699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584200" marR="151130" indent="-571500" algn="just">
              <a:lnSpc>
                <a:spcPct val="115900"/>
              </a:lnSpc>
              <a:spcBef>
                <a:spcPts val="100"/>
              </a:spcBef>
              <a:buFont typeface="Wingdings"/>
              <a:buChar char="v"/>
            </a:pPr>
            <a:r>
              <a:rPr lang="ja-JP" altLang="en-US" sz="375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本專題</a:t>
            </a:r>
            <a:r>
              <a:rPr lang="ja-JP" sz="375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開發一款</a:t>
            </a:r>
            <a:r>
              <a:rPr sz="3750" dirty="0">
                <a:solidFill>
                  <a:schemeClr val="bg1"/>
                </a:solidFill>
                <a:latin typeface="標楷體" panose="03000509000000000000" pitchFamily="65" charset="-120"/>
                <a:ea typeface="標楷體"/>
              </a:rPr>
              <a:t> </a:t>
            </a:r>
            <a:r>
              <a:rPr lang="en-US" sz="375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lang="ja-JP" altLang="en-US" sz="375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系統</a:t>
            </a:r>
            <a:r>
              <a:rPr sz="3750" dirty="0" err="1">
                <a:solidFill>
                  <a:schemeClr val="bg1"/>
                </a:solidFill>
                <a:latin typeface="標楷體" panose="03000509000000000000" pitchFamily="65" charset="-120"/>
                <a:ea typeface="標楷體"/>
              </a:rPr>
              <a:t>即時偵測工具</a:t>
            </a:r>
            <a:r>
              <a:rPr sz="3750" dirty="0">
                <a:solidFill>
                  <a:schemeClr val="bg1"/>
                </a:solidFill>
                <a:latin typeface="標楷體" panose="03000509000000000000" pitchFamily="65" charset="-120"/>
                <a:ea typeface="標楷體"/>
              </a:rPr>
              <a:t>，</a:t>
            </a:r>
            <a:r>
              <a:rPr lang="ja-JP" sz="375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讓使用者瀏覽畫面時能提供即</a:t>
            </a:r>
            <a:r>
              <a:rPr lang="ja-JP" altLang="en-US" sz="375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時的 </a:t>
            </a:r>
            <a:r>
              <a:rPr sz="3750" dirty="0">
                <a:solidFill>
                  <a:schemeClr val="bg1"/>
                </a:solidFill>
                <a:latin typeface="Times New Roman"/>
                <a:ea typeface="標楷體"/>
                <a:cs typeface="Times New Roman"/>
              </a:rPr>
              <a:t>Deepfake</a:t>
            </a:r>
            <a:r>
              <a:rPr sz="3750" dirty="0">
                <a:solidFill>
                  <a:schemeClr val="bg1"/>
                </a:solidFill>
                <a:latin typeface="標楷體" panose="03000509000000000000" pitchFamily="65" charset="-120"/>
                <a:ea typeface="標楷體"/>
              </a:rPr>
              <a:t> </a:t>
            </a:r>
            <a:r>
              <a:rPr lang="ja-JP" sz="375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人臉偵測</a:t>
            </a:r>
            <a:r>
              <a:rPr lang="ja-JP" altLang="en-US" sz="375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sz="3750" dirty="0">
                <a:solidFill>
                  <a:schemeClr val="bg1"/>
                </a:solidFill>
                <a:latin typeface="標楷體" panose="03000509000000000000" pitchFamily="65" charset="-120"/>
                <a:ea typeface="標楷體"/>
              </a:rPr>
              <a:t>。</a:t>
            </a:r>
            <a:endParaRPr lang="en-US" sz="3750" dirty="0">
              <a:solidFill>
                <a:schemeClr val="bg1"/>
              </a:solidFill>
              <a:latin typeface="標楷體" panose="03000509000000000000" pitchFamily="65" charset="-120"/>
              <a:ea typeface="標楷體"/>
            </a:endParaRPr>
          </a:p>
          <a:p>
            <a:pPr marL="584200" marR="5080" indent="-571500" algn="just">
              <a:lnSpc>
                <a:spcPct val="115900"/>
              </a:lnSpc>
              <a:buFont typeface="Wingdings"/>
              <a:buChar char="v"/>
            </a:pPr>
            <a:r>
              <a:rPr lang="ja-JP" altLang="en-US" sz="3750" spc="-9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本工具整</a:t>
            </a:r>
            <a:r>
              <a:rPr lang="ja-JP" sz="3750" spc="-9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合</a:t>
            </a:r>
            <a:r>
              <a:rPr lang="ja-JP" altLang="en-US" sz="3750" spc="-9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了人臉擷取</a:t>
            </a:r>
            <a:r>
              <a:rPr lang="ja-JP" sz="3750" spc="-90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與</a:t>
            </a:r>
            <a:r>
              <a:rPr lang="ja-JP" altLang="en-US" sz="3750" spc="-90" dirty="0">
                <a:solidFill>
                  <a:srgbClr val="FEFEFE"/>
                </a:solidFill>
                <a:latin typeface="Times New Roman"/>
                <a:ea typeface="標楷體" panose="03000509000000000000" pitchFamily="65" charset="-120"/>
                <a:cs typeface="Times New Roman"/>
              </a:rPr>
              <a:t> </a:t>
            </a:r>
            <a:r>
              <a:rPr sz="3750" spc="200" dirty="0" err="1">
                <a:solidFill>
                  <a:srgbClr val="FEFEFE"/>
                </a:solidFill>
                <a:latin typeface="Times New Roman"/>
                <a:ea typeface="標楷體"/>
                <a:cs typeface="Times New Roman"/>
              </a:rPr>
              <a:t>FakeFormer</a:t>
            </a:r>
            <a:r>
              <a:rPr lang="ja-JP" sz="3750" spc="200" dirty="0">
                <a:solidFill>
                  <a:srgbClr val="FEFEFE"/>
                </a:solidFill>
                <a:latin typeface="Times New Roman"/>
                <a:ea typeface="標楷體"/>
                <a:cs typeface="Times New Roman"/>
              </a:rPr>
              <a:t> 真偽辨識</a:t>
            </a:r>
            <a:r>
              <a:rPr lang="ja-JP" altLang="en-US" sz="3750" spc="200" dirty="0">
                <a:solidFill>
                  <a:srgbClr val="FEFEFE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lang="ja-JP" sz="3750" spc="200" dirty="0">
                <a:solidFill>
                  <a:srgbClr val="FEFEFE"/>
                </a:solidFill>
                <a:latin typeface="Times New Roman"/>
                <a:ea typeface="標楷體"/>
                <a:cs typeface="Times New Roman"/>
              </a:rPr>
              <a:t>雙層架構</a:t>
            </a:r>
            <a:r>
              <a:rPr sz="3750" spc="-270" dirty="0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，</a:t>
            </a:r>
            <a:r>
              <a:rPr lang="ja-JP" altLang="en-US" sz="3750" spc="-270" dirty="0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系統持續</a:t>
            </a:r>
            <a:r>
              <a:rPr lang="ja-JP" sz="3750" spc="-15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分析畫面中的人臉是否疑似遭到偽造。</a:t>
            </a:r>
            <a:r>
              <a:rPr sz="3750" spc="-75" dirty="0" err="1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當偵測到疑似</a:t>
            </a:r>
            <a:r>
              <a:rPr sz="3750" spc="-75" dirty="0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 </a:t>
            </a:r>
            <a:r>
              <a:rPr sz="3750" spc="165" dirty="0">
                <a:solidFill>
                  <a:srgbClr val="FEFEFE"/>
                </a:solidFill>
                <a:latin typeface="Times New Roman"/>
                <a:ea typeface="標楷體"/>
                <a:cs typeface="Times New Roman"/>
              </a:rPr>
              <a:t>Deepfake</a:t>
            </a:r>
            <a:r>
              <a:rPr lang="en-US" sz="3750" spc="165" dirty="0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 </a:t>
            </a:r>
            <a:r>
              <a:rPr sz="3750" spc="-520" dirty="0" err="1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人</a:t>
            </a:r>
            <a:r>
              <a:rPr sz="3750" spc="-15" dirty="0" err="1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臉時，跳出警示視窗提醒使用者</a:t>
            </a:r>
            <a:r>
              <a:rPr sz="3750" spc="-15" dirty="0">
                <a:solidFill>
                  <a:srgbClr val="FEFEFE"/>
                </a:solidFill>
                <a:latin typeface="標楷體" panose="03000509000000000000" pitchFamily="65" charset="-120"/>
                <a:ea typeface="標楷體"/>
                <a:cs typeface="SimSun"/>
              </a:rPr>
              <a:t>。</a:t>
            </a:r>
            <a:endParaRPr sz="3750" dirty="0">
              <a:latin typeface="標楷體" panose="03000509000000000000" pitchFamily="65" charset="-120"/>
              <a:ea typeface="標楷體"/>
              <a:cs typeface="SimSu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3247" y="5394467"/>
            <a:ext cx="15765616" cy="329686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584200" marR="5080" indent="-571500" algn="just">
              <a:lnSpc>
                <a:spcPct val="115900"/>
              </a:lnSpc>
              <a:spcBef>
                <a:spcPts val="100"/>
              </a:spcBef>
              <a:buFont typeface="Wingdings" panose="020B0604020202020204" pitchFamily="34" charset="0"/>
              <a:buChar char="v"/>
            </a:pPr>
            <a:r>
              <a:rPr sz="3750" spc="165" dirty="0">
                <a:solidFill>
                  <a:srgbClr val="FEFEF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Deepfake</a:t>
            </a:r>
            <a:r>
              <a:rPr sz="3750" spc="-85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 </a:t>
            </a:r>
            <a:r>
              <a:rPr sz="3750" spc="-85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技術快速發展，已能高度擬真地偽造人</a:t>
            </a:r>
            <a:r>
              <a:rPr sz="3750" spc="-15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臉表情、嘴型與臉部特徵。一般使用者難以辨識真偽，僅靠肉眼觀看影像或影片，容易誤信偽造內容</a:t>
            </a:r>
            <a:r>
              <a:rPr sz="3750" spc="-15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。</a:t>
            </a:r>
            <a:endParaRPr lang="en-US" sz="3750" dirty="0"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  <a:p>
            <a:pPr marL="584200" marR="287655" indent="-571500" algn="just">
              <a:lnSpc>
                <a:spcPct val="115900"/>
              </a:lnSpc>
              <a:buFont typeface="Wingdings" panose="020B0604020202020204" pitchFamily="34" charset="0"/>
              <a:buChar char="v"/>
            </a:pPr>
            <a:r>
              <a:rPr sz="3750" spc="-15" dirty="0" err="1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現有偵測方式缺乏即時性，多需手動匯入影像或影片，較不適合日常瀏覽情境使用</a:t>
            </a:r>
            <a:r>
              <a:rPr sz="3750" spc="-15" dirty="0">
                <a:solidFill>
                  <a:srgbClr val="FEFEF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。</a:t>
            </a:r>
            <a:endParaRPr sz="3750" dirty="0"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5E58FEB-B322-84EF-ED71-12C1589ECC73}"/>
              </a:ext>
            </a:extLst>
          </p:cNvPr>
          <p:cNvCxnSpPr>
            <a:cxnSpLocks/>
          </p:cNvCxnSpPr>
          <p:nvPr/>
        </p:nvCxnSpPr>
        <p:spPr>
          <a:xfrm>
            <a:off x="1122362" y="9133823"/>
            <a:ext cx="1935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ject 10">
            <a:extLst>
              <a:ext uri="{FF2B5EF4-FFF2-40B4-BE49-F238E27FC236}">
                <a16:creationId xmlns:a16="http://schemas.microsoft.com/office/drawing/2014/main" id="{80147FDB-90C7-7643-859F-61A86749C4DD}"/>
              </a:ext>
            </a:extLst>
          </p:cNvPr>
          <p:cNvSpPr txBox="1"/>
          <p:nvPr/>
        </p:nvSpPr>
        <p:spPr>
          <a:xfrm>
            <a:off x="6769893" y="14331676"/>
            <a:ext cx="8059738" cy="86049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spcBef>
                <a:spcPts val="110"/>
              </a:spcBef>
              <a:tabLst>
                <a:tab pos="2138680" algn="l"/>
              </a:tabLst>
            </a:pPr>
            <a:r>
              <a:rPr lang="zh-TW" altLang="en-US" sz="55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系統架構圖</a:t>
            </a:r>
            <a:endParaRPr sz="55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7EB519-675A-9651-3F05-E277F382F0F1}"/>
              </a:ext>
            </a:extLst>
          </p:cNvPr>
          <p:cNvSpPr/>
          <p:nvPr/>
        </p:nvSpPr>
        <p:spPr>
          <a:xfrm>
            <a:off x="0" y="27278012"/>
            <a:ext cx="21599525" cy="1522413"/>
          </a:xfrm>
          <a:prstGeom prst="rect">
            <a:avLst/>
          </a:prstGeom>
          <a:solidFill>
            <a:srgbClr val="946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54764904-9763-7625-F2C8-94A0A8582A2E}"/>
              </a:ext>
            </a:extLst>
          </p:cNvPr>
          <p:cNvSpPr txBox="1"/>
          <p:nvPr/>
        </p:nvSpPr>
        <p:spPr>
          <a:xfrm>
            <a:off x="13923962" y="27360334"/>
            <a:ext cx="8059738" cy="4757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spcBef>
                <a:spcPts val="110"/>
              </a:spcBef>
              <a:tabLst>
                <a:tab pos="2138680" algn="l"/>
              </a:tabLst>
            </a:pPr>
            <a:r>
              <a:rPr lang="zh-TW" altLang="en-US" sz="30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SimSun"/>
              </a:rPr>
              <a:t>國立虎尾科技大學資訊工程系</a:t>
            </a:r>
            <a:endParaRPr sz="30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SimSun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B5210890-62FF-31DF-128D-188B98672AD8}"/>
              </a:ext>
            </a:extLst>
          </p:cNvPr>
          <p:cNvSpPr txBox="1"/>
          <p:nvPr/>
        </p:nvSpPr>
        <p:spPr>
          <a:xfrm>
            <a:off x="15447962" y="27793900"/>
            <a:ext cx="8059738" cy="3680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l">
              <a:spcBef>
                <a:spcPts val="110"/>
              </a:spcBef>
              <a:tabLst>
                <a:tab pos="2138680" algn="l"/>
              </a:tabLst>
            </a:pPr>
            <a:r>
              <a:rPr lang="en-US" altLang="zh-TW" sz="23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Computer Science &amp; Information Engineering</a:t>
            </a:r>
            <a:endParaRPr sz="23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DB5325-C024-2868-617B-69B9FC648245}"/>
              </a:ext>
            </a:extLst>
          </p:cNvPr>
          <p:cNvSpPr txBox="1"/>
          <p:nvPr/>
        </p:nvSpPr>
        <p:spPr>
          <a:xfrm>
            <a:off x="4410591" y="1718380"/>
            <a:ext cx="127456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solidFill>
                  <a:srgbClr val="FEFEF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Deepfake</a:t>
            </a:r>
            <a:r>
              <a:rPr lang="zh-TW" altLang="en-US" sz="4000" dirty="0">
                <a:solidFill>
                  <a:srgbClr val="FEFEF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FEFEFE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Face Detection Application Program</a:t>
            </a:r>
            <a:endParaRPr 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7E424B-7DA0-B01A-A17B-50A4ABC80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22" y="15714005"/>
            <a:ext cx="20904804" cy="102558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92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Deepfake人臉偵測的應用程式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海報</dc:title>
  <dc:creator>得意的一天</dc:creator>
  <cp:keywords>DAHKqTKJLXQ,BAGuF8nprLA,0</cp:keywords>
  <cp:lastModifiedBy>泓宇 林</cp:lastModifiedBy>
  <cp:revision>155</cp:revision>
  <dcterms:created xsi:type="dcterms:W3CDTF">2026-05-25T16:06:24Z</dcterms:created>
  <dcterms:modified xsi:type="dcterms:W3CDTF">2026-06-07T08:50:33Z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2026-05-25T00:00:00Z</vt:filetime>
  </property>
  <property fmtid="{D5CDD505-2E9C-101B-9397-08002B2CF9AE}" pid="5" name="Producer">
    <vt:lpwstr>Canva</vt:lpwstr>
  </property>
</Properties>
</file>