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8" r:id="rId3"/>
    <p:sldId id="299" r:id="rId4"/>
    <p:sldId id="300" r:id="rId5"/>
    <p:sldId id="301" r:id="rId6"/>
    <p:sldId id="304" r:id="rId7"/>
    <p:sldId id="303" r:id="rId8"/>
    <p:sldId id="305" r:id="rId9"/>
    <p:sldId id="306" r:id="rId10"/>
    <p:sldId id="307" r:id="rId11"/>
    <p:sldId id="309" r:id="rId12"/>
    <p:sldId id="308" r:id="rId13"/>
    <p:sldId id="310" r:id="rId14"/>
    <p:sldId id="311" r:id="rId15"/>
    <p:sldId id="279" r:id="rId16"/>
    <p:sldId id="280" r:id="rId17"/>
    <p:sldId id="292" r:id="rId18"/>
    <p:sldId id="296" r:id="rId19"/>
    <p:sldId id="267" r:id="rId20"/>
    <p:sldId id="262" r:id="rId21"/>
    <p:sldId id="283" r:id="rId22"/>
    <p:sldId id="263" r:id="rId23"/>
    <p:sldId id="270" r:id="rId24"/>
    <p:sldId id="265" r:id="rId25"/>
    <p:sldId id="266" r:id="rId26"/>
    <p:sldId id="272" r:id="rId27"/>
    <p:sldId id="284" r:id="rId28"/>
    <p:sldId id="274" r:id="rId29"/>
    <p:sldId id="275" r:id="rId30"/>
    <p:sldId id="268" r:id="rId31"/>
    <p:sldId id="286" r:id="rId32"/>
    <p:sldId id="287" r:id="rId33"/>
    <p:sldId id="288" r:id="rId34"/>
    <p:sldId id="289" r:id="rId35"/>
    <p:sldId id="269" r:id="rId36"/>
    <p:sldId id="291" r:id="rId37"/>
    <p:sldId id="277" r:id="rId38"/>
    <p:sldId id="271" r:id="rId39"/>
    <p:sldId id="297" r:id="rId40"/>
    <p:sldId id="290" r:id="rId41"/>
    <p:sldId id="294" r:id="rId42"/>
    <p:sldId id="295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71CBDF-E41B-BA5F-263B-6444A88CF822}" v="63" dt="2026-06-17T09:13:24.220"/>
    <p1510:client id="{FE98C7DE-2EEC-5F53-9D51-1E890F16355B}" v="23" dt="2026-06-17T00:34:42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7864BEA2-774A-245B-0B44-FC71401B590B}"/>
    <pc:docChg chg="sldOrd">
      <pc:chgData name="Guest User" userId="" providerId="Windows Live" clId="Web-{7864BEA2-774A-245B-0B44-FC71401B590B}" dt="2026-05-27T13:55:08.602" v="1"/>
      <pc:docMkLst>
        <pc:docMk/>
      </pc:docMkLst>
      <pc:sldChg chg="ord">
        <pc:chgData name="Guest User" userId="" providerId="Windows Live" clId="Web-{7864BEA2-774A-245B-0B44-FC71401B590B}" dt="2026-05-27T13:55:08.602" v="1"/>
        <pc:sldMkLst>
          <pc:docMk/>
          <pc:sldMk cId="2645228629" sldId="270"/>
        </pc:sldMkLst>
      </pc:sldChg>
    </pc:docChg>
  </pc:docChgLst>
  <pc:docChgLst>
    <pc:chgData name="Guest User" providerId="Windows Live" clId="Web-{49DEC13D-62DB-4B4B-39DA-ADC093013295}"/>
    <pc:docChg chg="modSld">
      <pc:chgData name="Guest User" userId="" providerId="Windows Live" clId="Web-{49DEC13D-62DB-4B4B-39DA-ADC093013295}" dt="2026-05-25T09:28:31.496" v="11"/>
      <pc:docMkLst>
        <pc:docMk/>
      </pc:docMkLst>
      <pc:sldChg chg="delSp">
        <pc:chgData name="Guest User" userId="" providerId="Windows Live" clId="Web-{49DEC13D-62DB-4B4B-39DA-ADC093013295}" dt="2026-05-25T09:28:31.496" v="11"/>
        <pc:sldMkLst>
          <pc:docMk/>
          <pc:sldMk cId="1304773272" sldId="269"/>
        </pc:sldMkLst>
      </pc:sldChg>
      <pc:sldChg chg="modSp">
        <pc:chgData name="Guest User" userId="" providerId="Windows Live" clId="Web-{49DEC13D-62DB-4B4B-39DA-ADC093013295}" dt="2026-05-25T09:26:04.178" v="3" actId="20577"/>
        <pc:sldMkLst>
          <pc:docMk/>
          <pc:sldMk cId="3027028098" sldId="288"/>
        </pc:sldMkLst>
        <pc:spChg chg="mod">
          <ac:chgData name="Guest User" userId="" providerId="Windows Live" clId="Web-{49DEC13D-62DB-4B4B-39DA-ADC093013295}" dt="2026-05-25T09:26:04.178" v="3" actId="20577"/>
          <ac:spMkLst>
            <pc:docMk/>
            <pc:sldMk cId="3027028098" sldId="288"/>
            <ac:spMk id="3" creationId="{C49C014B-1743-A643-CBAE-92F0FE71C323}"/>
          </ac:spMkLst>
        </pc:spChg>
      </pc:sldChg>
    </pc:docChg>
  </pc:docChgLst>
  <pc:docChgLst>
    <pc:chgData name="Guest User" providerId="Windows Live" clId="Web-{7291E8AC-BF8B-928A-AC11-DB98C99C4D9B}"/>
    <pc:docChg chg="modSld">
      <pc:chgData name="Guest User" userId="" providerId="Windows Live" clId="Web-{7291E8AC-BF8B-928A-AC11-DB98C99C4D9B}" dt="2026-05-24T07:22:27.935" v="4" actId="1076"/>
      <pc:docMkLst>
        <pc:docMk/>
      </pc:docMkLst>
    </pc:docChg>
  </pc:docChgLst>
  <pc:docChgLst>
    <pc:chgData name="Guest User" providerId="Windows Live" clId="Web-{F4D805C7-63CA-B6F3-9E45-631F692AEC3F}"/>
    <pc:docChg chg="addSld delSld modSld">
      <pc:chgData name="Guest User" userId="" providerId="Windows Live" clId="Web-{F4D805C7-63CA-B6F3-9E45-631F692AEC3F}" dt="2026-06-07T08:04:03.566" v="194"/>
      <pc:docMkLst>
        <pc:docMk/>
      </pc:docMkLst>
      <pc:sldChg chg="mod modShow">
        <pc:chgData name="Guest User" userId="" providerId="Windows Live" clId="Web-{F4D805C7-63CA-B6F3-9E45-631F692AEC3F}" dt="2026-06-07T08:02:27.359" v="170"/>
        <pc:sldMkLst>
          <pc:docMk/>
          <pc:sldMk cId="3422313594" sldId="262"/>
        </pc:sldMkLst>
      </pc:sldChg>
      <pc:sldChg chg="mod modShow">
        <pc:chgData name="Guest User" userId="" providerId="Windows Live" clId="Web-{F4D805C7-63CA-B6F3-9E45-631F692AEC3F}" dt="2026-06-07T08:02:24.796" v="168"/>
        <pc:sldMkLst>
          <pc:docMk/>
          <pc:sldMk cId="91197790" sldId="263"/>
        </pc:sldMkLst>
      </pc:sldChg>
      <pc:sldChg chg="mod modShow">
        <pc:chgData name="Guest User" userId="" providerId="Windows Live" clId="Web-{F4D805C7-63CA-B6F3-9E45-631F692AEC3F}" dt="2026-06-07T08:02:18.015" v="167"/>
        <pc:sldMkLst>
          <pc:docMk/>
          <pc:sldMk cId="821685529" sldId="266"/>
        </pc:sldMkLst>
      </pc:sldChg>
      <pc:sldChg chg="mod modShow">
        <pc:chgData name="Guest User" userId="" providerId="Windows Live" clId="Web-{F4D805C7-63CA-B6F3-9E45-631F692AEC3F}" dt="2026-06-07T08:02:28.890" v="171"/>
        <pc:sldMkLst>
          <pc:docMk/>
          <pc:sldMk cId="417394784" sldId="267"/>
        </pc:sldMkLst>
      </pc:sldChg>
      <pc:sldChg chg="mod modShow">
        <pc:chgData name="Guest User" userId="" providerId="Windows Live" clId="Web-{F4D805C7-63CA-B6F3-9E45-631F692AEC3F}" dt="2026-06-07T08:02:08.639" v="162"/>
        <pc:sldMkLst>
          <pc:docMk/>
          <pc:sldMk cId="2161113051" sldId="268"/>
        </pc:sldMkLst>
      </pc:sldChg>
      <pc:sldChg chg="mod modShow">
        <pc:chgData name="Guest User" userId="" providerId="Windows Live" clId="Web-{F4D805C7-63CA-B6F3-9E45-631F692AEC3F}" dt="2026-06-07T08:02:15.468" v="166"/>
        <pc:sldMkLst>
          <pc:docMk/>
          <pc:sldMk cId="572676926" sldId="272"/>
        </pc:sldMkLst>
      </pc:sldChg>
      <pc:sldChg chg="mod modShow">
        <pc:chgData name="Guest User" userId="" providerId="Windows Live" clId="Web-{F4D805C7-63CA-B6F3-9E45-631F692AEC3F}" dt="2026-06-07T08:02:12.718" v="164"/>
        <pc:sldMkLst>
          <pc:docMk/>
          <pc:sldMk cId="2248191021" sldId="274"/>
        </pc:sldMkLst>
      </pc:sldChg>
      <pc:sldChg chg="mod modShow">
        <pc:chgData name="Guest User" userId="" providerId="Windows Live" clId="Web-{F4D805C7-63CA-B6F3-9E45-631F692AEC3F}" dt="2026-06-07T08:02:32.625" v="174"/>
        <pc:sldMkLst>
          <pc:docMk/>
          <pc:sldMk cId="1255536033" sldId="280"/>
        </pc:sldMkLst>
      </pc:sldChg>
      <pc:sldChg chg="mod modShow">
        <pc:chgData name="Guest User" userId="" providerId="Windows Live" clId="Web-{F4D805C7-63CA-B6F3-9E45-631F692AEC3F}" dt="2026-06-07T08:02:25.906" v="169"/>
        <pc:sldMkLst>
          <pc:docMk/>
          <pc:sldMk cId="789156722" sldId="283"/>
        </pc:sldMkLst>
      </pc:sldChg>
      <pc:sldChg chg="mod modShow">
        <pc:chgData name="Guest User" userId="" providerId="Windows Live" clId="Web-{F4D805C7-63CA-B6F3-9E45-631F692AEC3F}" dt="2026-06-07T08:02:14.124" v="165"/>
        <pc:sldMkLst>
          <pc:docMk/>
          <pc:sldMk cId="1376243490" sldId="284"/>
        </pc:sldMkLst>
      </pc:sldChg>
      <pc:sldChg chg="mod modShow">
        <pc:chgData name="Guest User" userId="" providerId="Windows Live" clId="Web-{F4D805C7-63CA-B6F3-9E45-631F692AEC3F}" dt="2026-06-07T08:02:07.249" v="161"/>
        <pc:sldMkLst>
          <pc:docMk/>
          <pc:sldMk cId="337242776" sldId="286"/>
        </pc:sldMkLst>
      </pc:sldChg>
      <pc:sldChg chg="mod modShow">
        <pc:chgData name="Guest User" userId="" providerId="Windows Live" clId="Web-{F4D805C7-63CA-B6F3-9E45-631F692AEC3F}" dt="2026-06-07T08:02:05.718" v="160"/>
        <pc:sldMkLst>
          <pc:docMk/>
          <pc:sldMk cId="4089858146" sldId="287"/>
        </pc:sldMkLst>
      </pc:sldChg>
      <pc:sldChg chg="mod modShow">
        <pc:chgData name="Guest User" userId="" providerId="Windows Live" clId="Web-{F4D805C7-63CA-B6F3-9E45-631F692AEC3F}" dt="2026-06-07T08:02:03.780" v="159"/>
        <pc:sldMkLst>
          <pc:docMk/>
          <pc:sldMk cId="2495737889" sldId="289"/>
        </pc:sldMkLst>
      </pc:sldChg>
      <pc:sldChg chg="mod modShow">
        <pc:chgData name="Guest User" userId="" providerId="Windows Live" clId="Web-{F4D805C7-63CA-B6F3-9E45-631F692AEC3F}" dt="2026-06-07T08:01:54.373" v="154"/>
        <pc:sldMkLst>
          <pc:docMk/>
          <pc:sldMk cId="1034748137" sldId="290"/>
        </pc:sldMkLst>
      </pc:sldChg>
      <pc:sldChg chg="mod modShow">
        <pc:chgData name="Guest User" userId="" providerId="Windows Live" clId="Web-{F4D805C7-63CA-B6F3-9E45-631F692AEC3F}" dt="2026-06-07T08:02:01.249" v="157"/>
        <pc:sldMkLst>
          <pc:docMk/>
          <pc:sldMk cId="4273319325" sldId="291"/>
        </pc:sldMkLst>
      </pc:sldChg>
      <pc:sldChg chg="mod modShow">
        <pc:chgData name="Guest User" userId="" providerId="Windows Live" clId="Web-{F4D805C7-63CA-B6F3-9E45-631F692AEC3F}" dt="2026-06-07T08:02:31.703" v="173"/>
        <pc:sldMkLst>
          <pc:docMk/>
          <pc:sldMk cId="3893556421" sldId="292"/>
        </pc:sldMkLst>
      </pc:sldChg>
      <pc:sldChg chg="mod modShow">
        <pc:chgData name="Guest User" userId="" providerId="Windows Live" clId="Web-{F4D805C7-63CA-B6F3-9E45-631F692AEC3F}" dt="2026-06-07T08:01:55.952" v="155"/>
        <pc:sldMkLst>
          <pc:docMk/>
          <pc:sldMk cId="947045311" sldId="294"/>
        </pc:sldMkLst>
      </pc:sldChg>
      <pc:sldChg chg="mod modShow">
        <pc:chgData name="Guest User" userId="" providerId="Windows Live" clId="Web-{F4D805C7-63CA-B6F3-9E45-631F692AEC3F}" dt="2026-06-07T08:01:56.952" v="156"/>
        <pc:sldMkLst>
          <pc:docMk/>
          <pc:sldMk cId="4131058967" sldId="295"/>
        </pc:sldMkLst>
      </pc:sldChg>
      <pc:sldChg chg="mod modShow">
        <pc:chgData name="Guest User" userId="" providerId="Windows Live" clId="Web-{F4D805C7-63CA-B6F3-9E45-631F692AEC3F}" dt="2026-06-07T08:02:30.609" v="172"/>
        <pc:sldMkLst>
          <pc:docMk/>
          <pc:sldMk cId="3698642912" sldId="296"/>
        </pc:sldMkLst>
      </pc:sldChg>
      <pc:sldChg chg="mod modShow">
        <pc:chgData name="Guest User" userId="" providerId="Windows Live" clId="Web-{F4D805C7-63CA-B6F3-9E45-631F692AEC3F}" dt="2026-06-07T08:01:52.733" v="153"/>
        <pc:sldMkLst>
          <pc:docMk/>
          <pc:sldMk cId="1200514275" sldId="297"/>
        </pc:sldMkLst>
      </pc:sldChg>
      <pc:sldChg chg="modSp">
        <pc:chgData name="Guest User" userId="" providerId="Windows Live" clId="Web-{F4D805C7-63CA-B6F3-9E45-631F692AEC3F}" dt="2026-06-07T07:25:14.927" v="2" actId="14100"/>
        <pc:sldMkLst>
          <pc:docMk/>
          <pc:sldMk cId="2846859454" sldId="300"/>
        </pc:sldMkLst>
        <pc:spChg chg="mod">
          <ac:chgData name="Guest User" userId="" providerId="Windows Live" clId="Web-{F4D805C7-63CA-B6F3-9E45-631F692AEC3F}" dt="2026-06-07T07:25:14.927" v="2" actId="14100"/>
          <ac:spMkLst>
            <pc:docMk/>
            <pc:sldMk cId="2846859454" sldId="300"/>
            <ac:spMk id="3" creationId="{2AB5F0C8-F987-1EAB-0490-5151050CD488}"/>
          </ac:spMkLst>
        </pc:spChg>
      </pc:sldChg>
      <pc:sldChg chg="modSp">
        <pc:chgData name="Guest User" userId="" providerId="Windows Live" clId="Web-{F4D805C7-63CA-B6F3-9E45-631F692AEC3F}" dt="2026-06-07T07:49:10.939" v="46" actId="20577"/>
        <pc:sldMkLst>
          <pc:docMk/>
          <pc:sldMk cId="3549278252" sldId="301"/>
        </pc:sldMkLst>
        <pc:spChg chg="mod">
          <ac:chgData name="Guest User" userId="" providerId="Windows Live" clId="Web-{F4D805C7-63CA-B6F3-9E45-631F692AEC3F}" dt="2026-06-07T07:49:10.939" v="46" actId="20577"/>
          <ac:spMkLst>
            <pc:docMk/>
            <pc:sldMk cId="3549278252" sldId="301"/>
            <ac:spMk id="2" creationId="{D1397D98-CEFD-D430-8246-459D57FEB526}"/>
          </ac:spMkLst>
        </pc:spChg>
      </pc:sldChg>
      <pc:sldChg chg="addSp modSp">
        <pc:chgData name="Guest User" userId="" providerId="Windows Live" clId="Web-{F4D805C7-63CA-B6F3-9E45-631F692AEC3F}" dt="2026-06-07T07:32:47.334" v="10" actId="1076"/>
        <pc:sldMkLst>
          <pc:docMk/>
          <pc:sldMk cId="2976931440" sldId="307"/>
        </pc:sldMkLst>
        <pc:spChg chg="mod">
          <ac:chgData name="Guest User" userId="" providerId="Windows Live" clId="Web-{F4D805C7-63CA-B6F3-9E45-631F692AEC3F}" dt="2026-06-07T07:32:27.599" v="3" actId="20577"/>
          <ac:spMkLst>
            <pc:docMk/>
            <pc:sldMk cId="2976931440" sldId="307"/>
            <ac:spMk id="3" creationId="{A1C6FF1B-76CB-C5EC-8BF5-C4C0CB8E5E74}"/>
          </ac:spMkLst>
        </pc:spChg>
        <pc:picChg chg="add mod">
          <ac:chgData name="Guest User" userId="" providerId="Windows Live" clId="Web-{F4D805C7-63CA-B6F3-9E45-631F692AEC3F}" dt="2026-06-07T07:32:47.334" v="10" actId="1076"/>
          <ac:picMkLst>
            <pc:docMk/>
            <pc:sldMk cId="2976931440" sldId="307"/>
            <ac:picMk id="6" creationId="{0C8F9BB2-5F0D-F6BA-7D17-7E283ED38BFD}"/>
          </ac:picMkLst>
        </pc:picChg>
      </pc:sldChg>
      <pc:sldChg chg="addSp delSp modSp">
        <pc:chgData name="Guest User" userId="" providerId="Windows Live" clId="Web-{F4D805C7-63CA-B6F3-9E45-631F692AEC3F}" dt="2026-06-07T08:04:03.566" v="194"/>
        <pc:sldMkLst>
          <pc:docMk/>
          <pc:sldMk cId="482197589" sldId="308"/>
        </pc:sldMkLst>
        <pc:graphicFrameChg chg="add mod ord modGraphic">
          <ac:chgData name="Guest User" userId="" providerId="Windows Live" clId="Web-{F4D805C7-63CA-B6F3-9E45-631F692AEC3F}" dt="2026-06-07T08:04:03.566" v="194"/>
          <ac:graphicFrameMkLst>
            <pc:docMk/>
            <pc:sldMk cId="482197589" sldId="308"/>
            <ac:graphicFrameMk id="7" creationId="{0238C119-0964-B429-04A4-2EE69F4C3EFB}"/>
          </ac:graphicFrameMkLst>
        </pc:graphicFrameChg>
      </pc:sldChg>
      <pc:sldChg chg="modSp">
        <pc:chgData name="Guest User" userId="" providerId="Windows Live" clId="Web-{F4D805C7-63CA-B6F3-9E45-631F692AEC3F}" dt="2026-06-07T07:34:25.931" v="44"/>
        <pc:sldMkLst>
          <pc:docMk/>
          <pc:sldMk cId="875590977" sldId="309"/>
        </pc:sldMkLst>
        <pc:graphicFrameChg chg="mod modGraphic">
          <ac:chgData name="Guest User" userId="" providerId="Windows Live" clId="Web-{F4D805C7-63CA-B6F3-9E45-631F692AEC3F}" dt="2026-06-07T07:34:25.931" v="44"/>
          <ac:graphicFrameMkLst>
            <pc:docMk/>
            <pc:sldMk cId="875590977" sldId="309"/>
            <ac:graphicFrameMk id="6" creationId="{B31D992E-1070-C881-BA8E-9A1E4609A483}"/>
          </ac:graphicFrameMkLst>
        </pc:graphicFrameChg>
      </pc:sldChg>
      <pc:sldChg chg="addSp delSp modSp new">
        <pc:chgData name="Guest User" userId="" providerId="Windows Live" clId="Web-{F4D805C7-63CA-B6F3-9E45-631F692AEC3F}" dt="2026-06-07T07:54:20.747" v="108"/>
        <pc:sldMkLst>
          <pc:docMk/>
          <pc:sldMk cId="742877800" sldId="310"/>
        </pc:sldMkLst>
        <pc:spChg chg="mod">
          <ac:chgData name="Guest User" userId="" providerId="Windows Live" clId="Web-{F4D805C7-63CA-B6F3-9E45-631F692AEC3F}" dt="2026-06-07T07:50:41.598" v="52" actId="20577"/>
          <ac:spMkLst>
            <pc:docMk/>
            <pc:sldMk cId="742877800" sldId="310"/>
            <ac:spMk id="2" creationId="{DDE799F1-5135-2B14-5940-ECBBA1C4AB05}"/>
          </ac:spMkLst>
        </pc:spChg>
        <pc:graphicFrameChg chg="add mod ord modGraphic">
          <ac:chgData name="Guest User" userId="" providerId="Windows Live" clId="Web-{F4D805C7-63CA-B6F3-9E45-631F692AEC3F}" dt="2026-06-07T07:54:20.747" v="108"/>
          <ac:graphicFrameMkLst>
            <pc:docMk/>
            <pc:sldMk cId="742877800" sldId="310"/>
            <ac:graphicFrameMk id="7" creationId="{352C7DD3-33D5-33DA-D6DD-2EDACEC17061}"/>
          </ac:graphicFrameMkLst>
        </pc:graphicFrameChg>
      </pc:sldChg>
    </pc:docChg>
  </pc:docChgLst>
  <pc:docChgLst>
    <pc:chgData name="Guest User" providerId="Windows Live" clId="Web-{98C456E9-6A07-A053-4E4E-3A29DA135375}"/>
    <pc:docChg chg="addSld delSld modSld">
      <pc:chgData name="Guest User" userId="" providerId="Windows Live" clId="Web-{98C456E9-6A07-A053-4E4E-3A29DA135375}" dt="2026-05-20T05:06:49.534" v="193" actId="20577"/>
      <pc:docMkLst>
        <pc:docMk/>
      </pc:docMkLst>
      <pc:sldChg chg="addSp delSp modSp">
        <pc:chgData name="Guest User" userId="" providerId="Windows Live" clId="Web-{98C456E9-6A07-A053-4E4E-3A29DA135375}" dt="2026-05-20T05:05:51.689" v="158" actId="20577"/>
        <pc:sldMkLst>
          <pc:docMk/>
          <pc:sldMk cId="2161113051" sldId="268"/>
        </pc:sldMkLst>
        <pc:spChg chg="mod">
          <ac:chgData name="Guest User" userId="" providerId="Windows Live" clId="Web-{98C456E9-6A07-A053-4E4E-3A29DA135375}" dt="2026-05-20T04:51:43.211" v="46" actId="20577"/>
          <ac:spMkLst>
            <pc:docMk/>
            <pc:sldMk cId="2161113051" sldId="268"/>
            <ac:spMk id="2" creationId="{B666939D-F280-E392-68D0-2DAE2C1E1DE5}"/>
          </ac:spMkLst>
        </pc:spChg>
        <pc:spChg chg="add mod">
          <ac:chgData name="Guest User" userId="" providerId="Windows Live" clId="Web-{98C456E9-6A07-A053-4E4E-3A29DA135375}" dt="2026-05-20T05:02:44.014" v="124" actId="20577"/>
          <ac:spMkLst>
            <pc:docMk/>
            <pc:sldMk cId="2161113051" sldId="268"/>
            <ac:spMk id="7" creationId="{F66C5EEB-4521-A64E-16BE-B177AAF93F6A}"/>
          </ac:spMkLst>
        </pc:spChg>
        <pc:spChg chg="mod">
          <ac:chgData name="Guest User" userId="" providerId="Windows Live" clId="Web-{98C456E9-6A07-A053-4E4E-3A29DA135375}" dt="2026-05-20T05:05:51.689" v="158" actId="20577"/>
          <ac:spMkLst>
            <pc:docMk/>
            <pc:sldMk cId="2161113051" sldId="268"/>
            <ac:spMk id="10" creationId="{6804FAAF-3EE4-3658-79E5-65B3D909F9F1}"/>
          </ac:spMkLst>
        </pc:spChg>
      </pc:sldChg>
      <pc:sldChg chg="addSp delSp modSp">
        <pc:chgData name="Guest User" userId="" providerId="Windows Live" clId="Web-{98C456E9-6A07-A053-4E4E-3A29DA135375}" dt="2026-05-20T05:04:52.313" v="136" actId="1076"/>
        <pc:sldMkLst>
          <pc:docMk/>
          <pc:sldMk cId="529053464" sldId="275"/>
        </pc:sldMkLst>
      </pc:sldChg>
      <pc:sldChg chg="modSp add del">
        <pc:chgData name="Guest User" userId="" providerId="Windows Live" clId="Web-{98C456E9-6A07-A053-4E4E-3A29DA135375}" dt="2026-05-20T05:05:29.470" v="154" actId="20577"/>
        <pc:sldMkLst>
          <pc:docMk/>
          <pc:sldMk cId="3880182440" sldId="277"/>
        </pc:sldMkLst>
        <pc:spChg chg="mod">
          <ac:chgData name="Guest User" userId="" providerId="Windows Live" clId="Web-{98C456E9-6A07-A053-4E4E-3A29DA135375}" dt="2026-05-20T05:05:29.470" v="154" actId="20577"/>
          <ac:spMkLst>
            <pc:docMk/>
            <pc:sldMk cId="3880182440" sldId="277"/>
            <ac:spMk id="2" creationId="{B1A05270-3AF0-A1B2-DBAE-6A99F1CA47DC}"/>
          </ac:spMkLst>
        </pc:spChg>
      </pc:sldChg>
      <pc:sldChg chg="modSp">
        <pc:chgData name="Guest User" userId="" providerId="Windows Live" clId="Web-{98C456E9-6A07-A053-4E4E-3A29DA135375}" dt="2026-05-20T04:35:36.414" v="13" actId="1076"/>
        <pc:sldMkLst>
          <pc:docMk/>
          <pc:sldMk cId="4082758225" sldId="279"/>
        </pc:sldMkLst>
      </pc:sldChg>
    </pc:docChg>
  </pc:docChgLst>
  <pc:docChgLst>
    <pc:chgData name="Guest User" providerId="Windows Live" clId="Web-{DE24454F-DCAD-9343-881E-B903F1DC1991}"/>
    <pc:docChg chg="addSld modSld sldOrd">
      <pc:chgData name="Guest User" userId="" providerId="Windows Live" clId="Web-{DE24454F-DCAD-9343-881E-B903F1DC1991}" dt="2026-05-19T14:53:21.430" v="31"/>
      <pc:docMkLst>
        <pc:docMk/>
      </pc:docMkLst>
      <pc:sldChg chg="modSp">
        <pc:chgData name="Guest User" userId="" providerId="Windows Live" clId="Web-{DE24454F-DCAD-9343-881E-B903F1DC1991}" dt="2026-05-19T14:50:55.051" v="26" actId="20577"/>
        <pc:sldMkLst>
          <pc:docMk/>
          <pc:sldMk cId="2161113051" sldId="268"/>
        </pc:sldMkLst>
        <pc:spChg chg="mod">
          <ac:chgData name="Guest User" userId="" providerId="Windows Live" clId="Web-{DE24454F-DCAD-9343-881E-B903F1DC1991}" dt="2026-05-19T14:50:55.051" v="26" actId="20577"/>
          <ac:spMkLst>
            <pc:docMk/>
            <pc:sldMk cId="2161113051" sldId="268"/>
            <ac:spMk id="2" creationId="{B666939D-F280-E392-68D0-2DAE2C1E1DE5}"/>
          </ac:spMkLst>
        </pc:spChg>
      </pc:sldChg>
      <pc:sldChg chg="modSp">
        <pc:chgData name="Guest User" userId="" providerId="Windows Live" clId="Web-{DE24454F-DCAD-9343-881E-B903F1DC1991}" dt="2026-05-19T14:50:34.675" v="23" actId="20577"/>
        <pc:sldMkLst>
          <pc:docMk/>
          <pc:sldMk cId="1304773272" sldId="269"/>
        </pc:sldMkLst>
        <pc:spChg chg="mod">
          <ac:chgData name="Guest User" userId="" providerId="Windows Live" clId="Web-{DE24454F-DCAD-9343-881E-B903F1DC1991}" dt="2026-05-19T14:50:34.675" v="23" actId="20577"/>
          <ac:spMkLst>
            <pc:docMk/>
            <pc:sldMk cId="1304773272" sldId="269"/>
            <ac:spMk id="2" creationId="{A6BC7155-0103-FC90-91B5-847EF2B38BFE}"/>
          </ac:spMkLst>
        </pc:spChg>
      </pc:sldChg>
      <pc:sldChg chg="modSp">
        <pc:chgData name="Guest User" userId="" providerId="Windows Live" clId="Web-{DE24454F-DCAD-9343-881E-B903F1DC1991}" dt="2026-05-19T14:50:39.753" v="25" actId="20577"/>
        <pc:sldMkLst>
          <pc:docMk/>
          <pc:sldMk cId="3368040129" sldId="271"/>
        </pc:sldMkLst>
        <pc:spChg chg="mod">
          <ac:chgData name="Guest User" userId="" providerId="Windows Live" clId="Web-{DE24454F-DCAD-9343-881E-B903F1DC1991}" dt="2026-05-19T14:50:39.753" v="25" actId="20577"/>
          <ac:spMkLst>
            <pc:docMk/>
            <pc:sldMk cId="3368040129" sldId="271"/>
            <ac:spMk id="2" creationId="{A0AA59E9-57AA-3A7B-1E40-5A07600129A3}"/>
          </ac:spMkLst>
        </pc:spChg>
      </pc:sldChg>
      <pc:sldChg chg="modSp">
        <pc:chgData name="Guest User" userId="" providerId="Windows Live" clId="Web-{DE24454F-DCAD-9343-881E-B903F1DC1991}" dt="2026-05-19T14:51:08.364" v="29" actId="20577"/>
        <pc:sldMkLst>
          <pc:docMk/>
          <pc:sldMk cId="529053464" sldId="275"/>
        </pc:sldMkLst>
      </pc:sldChg>
      <pc:sldChg chg="modSp">
        <pc:chgData name="Guest User" userId="" providerId="Windows Live" clId="Web-{DE24454F-DCAD-9343-881E-B903F1DC1991}" dt="2026-05-19T14:50:29.347" v="21" actId="20577"/>
        <pc:sldMkLst>
          <pc:docMk/>
          <pc:sldMk cId="3880182440" sldId="277"/>
        </pc:sldMkLst>
        <pc:spChg chg="mod">
          <ac:chgData name="Guest User" userId="" providerId="Windows Live" clId="Web-{DE24454F-DCAD-9343-881E-B903F1DC1991}" dt="2026-05-19T14:50:29.347" v="21" actId="20577"/>
          <ac:spMkLst>
            <pc:docMk/>
            <pc:sldMk cId="3880182440" sldId="277"/>
            <ac:spMk id="2" creationId="{B1A05270-3AF0-A1B2-DBAE-6A99F1CA47DC}"/>
          </ac:spMkLst>
        </pc:spChg>
      </pc:sldChg>
    </pc:docChg>
  </pc:docChgLst>
  <pc:docChgLst>
    <pc:chgData name="Guest User" providerId="Windows Live" clId="Web-{311C6B13-721F-ADB8-1E9A-01C1B8FAAC07}"/>
    <pc:docChg chg="modSld">
      <pc:chgData name="Guest User" userId="" providerId="Windows Live" clId="Web-{311C6B13-721F-ADB8-1E9A-01C1B8FAAC07}" dt="2026-06-09T00:37:53.203" v="43" actId="20577"/>
      <pc:docMkLst>
        <pc:docMk/>
      </pc:docMkLst>
      <pc:sldChg chg="modSp">
        <pc:chgData name="Guest User" userId="" providerId="Windows Live" clId="Web-{311C6B13-721F-ADB8-1E9A-01C1B8FAAC07}" dt="2026-06-09T00:37:53.203" v="43" actId="20577"/>
        <pc:sldMkLst>
          <pc:docMk/>
          <pc:sldMk cId="742877800" sldId="310"/>
        </pc:sldMkLst>
        <pc:spChg chg="mod">
          <ac:chgData name="Guest User" userId="" providerId="Windows Live" clId="Web-{311C6B13-721F-ADB8-1E9A-01C1B8FAAC07}" dt="2026-06-09T00:37:53.203" v="43" actId="20577"/>
          <ac:spMkLst>
            <pc:docMk/>
            <pc:sldMk cId="742877800" sldId="310"/>
            <ac:spMk id="2" creationId="{DDE799F1-5135-2B14-5940-ECBBA1C4AB05}"/>
          </ac:spMkLst>
        </pc:spChg>
      </pc:sldChg>
      <pc:sldChg chg="modSp">
        <pc:chgData name="Guest User" userId="" providerId="Windows Live" clId="Web-{311C6B13-721F-ADB8-1E9A-01C1B8FAAC07}" dt="2026-06-09T00:36:07.074" v="28" actId="20577"/>
        <pc:sldMkLst>
          <pc:docMk/>
          <pc:sldMk cId="3689765744" sldId="311"/>
        </pc:sldMkLst>
        <pc:spChg chg="mod">
          <ac:chgData name="Guest User" userId="" providerId="Windows Live" clId="Web-{311C6B13-721F-ADB8-1E9A-01C1B8FAAC07}" dt="2026-06-09T00:36:07.074" v="28" actId="20577"/>
          <ac:spMkLst>
            <pc:docMk/>
            <pc:sldMk cId="3689765744" sldId="311"/>
            <ac:spMk id="2" creationId="{9D55BBB5-9E20-364D-F026-B70541B5DC0D}"/>
          </ac:spMkLst>
        </pc:spChg>
      </pc:sldChg>
    </pc:docChg>
  </pc:docChgLst>
  <pc:docChgLst>
    <pc:chgData name="Guest User" providerId="Windows Live" clId="Web-{C9EA25EB-D661-C115-98A8-82D5A13333D6}"/>
    <pc:docChg chg="addSld modSld">
      <pc:chgData name="Guest User" userId="" providerId="Windows Live" clId="Web-{C9EA25EB-D661-C115-98A8-82D5A13333D6}" dt="2026-05-26T04:33:46.429" v="123"/>
      <pc:docMkLst>
        <pc:docMk/>
      </pc:docMkLst>
      <pc:sldChg chg="addSp delSp modSp">
        <pc:chgData name="Guest User" userId="" providerId="Windows Live" clId="Web-{C9EA25EB-D661-C115-98A8-82D5A13333D6}" dt="2026-05-26T04:24:24.910" v="26" actId="1076"/>
        <pc:sldMkLst>
          <pc:docMk/>
          <pc:sldMk cId="1304773272" sldId="269"/>
        </pc:sldMkLst>
        <pc:spChg chg="mod">
          <ac:chgData name="Guest User" userId="" providerId="Windows Live" clId="Web-{C9EA25EB-D661-C115-98A8-82D5A13333D6}" dt="2026-05-26T04:22:48.204" v="9" actId="20577"/>
          <ac:spMkLst>
            <pc:docMk/>
            <pc:sldMk cId="1304773272" sldId="269"/>
            <ac:spMk id="3" creationId="{60DEFB14-712A-4DB5-813F-F18546E40C19}"/>
          </ac:spMkLst>
        </pc:spChg>
        <pc:spChg chg="add mod">
          <ac:chgData name="Guest User" userId="" providerId="Windows Live" clId="Web-{C9EA25EB-D661-C115-98A8-82D5A13333D6}" dt="2026-05-26T04:24:24.910" v="26" actId="1076"/>
          <ac:spMkLst>
            <pc:docMk/>
            <pc:sldMk cId="1304773272" sldId="269"/>
            <ac:spMk id="7" creationId="{C7C287EB-2431-C17F-D31B-8C0EC85547EB}"/>
          </ac:spMkLst>
        </pc:spChg>
        <pc:spChg chg="add mod">
          <ac:chgData name="Guest User" userId="" providerId="Windows Live" clId="Web-{C9EA25EB-D661-C115-98A8-82D5A13333D6}" dt="2026-05-26T04:24:19.097" v="24" actId="1076"/>
          <ac:spMkLst>
            <pc:docMk/>
            <pc:sldMk cId="1304773272" sldId="269"/>
            <ac:spMk id="10" creationId="{C2FC732E-4025-C70B-4787-78CE838B9F48}"/>
          </ac:spMkLst>
        </pc:spChg>
        <pc:picChg chg="add mod modCrop">
          <ac:chgData name="Guest User" userId="" providerId="Windows Live" clId="Web-{C9EA25EB-D661-C115-98A8-82D5A13333D6}" dt="2026-05-26T04:23:20.080" v="17"/>
          <ac:picMkLst>
            <pc:docMk/>
            <pc:sldMk cId="1304773272" sldId="269"/>
            <ac:picMk id="5" creationId="{DFFFCA65-9712-081E-082A-3681E4461E24}"/>
          </ac:picMkLst>
        </pc:picChg>
      </pc:sldChg>
      <pc:sldChg chg="modSp">
        <pc:chgData name="Guest User" userId="" providerId="Windows Live" clId="Web-{C9EA25EB-D661-C115-98A8-82D5A13333D6}" dt="2026-05-26T04:25:02.677" v="43"/>
        <pc:sldMkLst>
          <pc:docMk/>
          <pc:sldMk cId="1376243490" sldId="284"/>
        </pc:sldMkLst>
        <pc:graphicFrameChg chg="mod modGraphic">
          <ac:chgData name="Guest User" userId="" providerId="Windows Live" clId="Web-{C9EA25EB-D661-C115-98A8-82D5A13333D6}" dt="2026-05-26T04:25:02.677" v="43"/>
          <ac:graphicFrameMkLst>
            <pc:docMk/>
            <pc:sldMk cId="1376243490" sldId="284"/>
            <ac:graphicFrameMk id="6" creationId="{4E983977-261F-ED6A-23B5-57C40CD259CB}"/>
          </ac:graphicFrameMkLst>
        </pc:graphicFrameChg>
      </pc:sldChg>
      <pc:sldChg chg="addSp modSp new">
        <pc:chgData name="Guest User" userId="" providerId="Windows Live" clId="Web-{C9EA25EB-D661-C115-98A8-82D5A13333D6}" dt="2026-05-26T04:33:46.429" v="123"/>
        <pc:sldMkLst>
          <pc:docMk/>
          <pc:sldMk cId="4273319325" sldId="291"/>
        </pc:sldMkLst>
        <pc:spChg chg="mod">
          <ac:chgData name="Guest User" userId="" providerId="Windows Live" clId="Web-{C9EA25EB-D661-C115-98A8-82D5A13333D6}" dt="2026-05-26T04:27:13.978" v="48" actId="20577"/>
          <ac:spMkLst>
            <pc:docMk/>
            <pc:sldMk cId="4273319325" sldId="291"/>
            <ac:spMk id="2" creationId="{FCDD743C-92CD-C136-82AE-393826930C97}"/>
          </ac:spMkLst>
        </pc:spChg>
        <pc:graphicFrameChg chg="add mod modGraphic">
          <ac:chgData name="Guest User" userId="" providerId="Windows Live" clId="Web-{C9EA25EB-D661-C115-98A8-82D5A13333D6}" dt="2026-05-26T04:33:46.429" v="123"/>
          <ac:graphicFrameMkLst>
            <pc:docMk/>
            <pc:sldMk cId="4273319325" sldId="291"/>
            <ac:graphicFrameMk id="7" creationId="{1C5C7426-0B0C-3664-80DE-47A7281BADA2}"/>
          </ac:graphicFrameMkLst>
        </pc:graphicFrameChg>
      </pc:sldChg>
    </pc:docChg>
  </pc:docChgLst>
  <pc:docChgLst>
    <pc:chgData name="小豪 許" userId="fa7e92bb9288b32d" providerId="Windows Live" clId="Web-{07D00713-E7BA-93F6-4510-BE5877A11FFE}"/>
    <pc:docChg chg="addSld delSld modSld">
      <pc:chgData name="小豪 許" userId="fa7e92bb9288b32d" providerId="Windows Live" clId="Web-{07D00713-E7BA-93F6-4510-BE5877A11FFE}" dt="2026-05-20T08:49:27.503" v="237" actId="20577"/>
      <pc:docMkLst>
        <pc:docMk/>
      </pc:docMkLst>
      <pc:sldChg chg="modSp">
        <pc:chgData name="小豪 許" userId="fa7e92bb9288b32d" providerId="Windows Live" clId="Web-{07D00713-E7BA-93F6-4510-BE5877A11FFE}" dt="2026-05-20T08:46:40.085" v="217" actId="20577"/>
        <pc:sldMkLst>
          <pc:docMk/>
          <pc:sldMk cId="4075790665" sldId="256"/>
        </pc:sldMkLst>
        <pc:spChg chg="mod">
          <ac:chgData name="小豪 許" userId="fa7e92bb9288b32d" providerId="Windows Live" clId="Web-{07D00713-E7BA-93F6-4510-BE5877A11FFE}" dt="2026-05-20T08:46:40.085" v="217" actId="20577"/>
          <ac:spMkLst>
            <pc:docMk/>
            <pc:sldMk cId="4075790665" sldId="256"/>
            <ac:spMk id="2" creationId="{98B1D719-A7E4-BBE0-D941-7E30B90A3A67}"/>
          </ac:spMkLst>
        </pc:spChg>
      </pc:sldChg>
      <pc:sldChg chg="modSp">
        <pc:chgData name="小豪 許" userId="fa7e92bb9288b32d" providerId="Windows Live" clId="Web-{07D00713-E7BA-93F6-4510-BE5877A11FFE}" dt="2026-05-20T08:48:30.846" v="231" actId="20577"/>
        <pc:sldMkLst>
          <pc:docMk/>
          <pc:sldMk cId="3422313594" sldId="262"/>
        </pc:sldMkLst>
        <pc:spChg chg="mod">
          <ac:chgData name="小豪 許" userId="fa7e92bb9288b32d" providerId="Windows Live" clId="Web-{07D00713-E7BA-93F6-4510-BE5877A11FFE}" dt="2026-05-20T08:48:30.846" v="231" actId="20577"/>
          <ac:spMkLst>
            <pc:docMk/>
            <pc:sldMk cId="3422313594" sldId="262"/>
            <ac:spMk id="2" creationId="{5C91FC6D-C0D8-13BE-941B-99EF9C37EC82}"/>
          </ac:spMkLst>
        </pc:spChg>
      </pc:sldChg>
      <pc:sldChg chg="modSp">
        <pc:chgData name="小豪 許" userId="fa7e92bb9288b32d" providerId="Windows Live" clId="Web-{07D00713-E7BA-93F6-4510-BE5877A11FFE}" dt="2026-05-20T08:48:40.158" v="232" actId="20577"/>
        <pc:sldMkLst>
          <pc:docMk/>
          <pc:sldMk cId="91197790" sldId="263"/>
        </pc:sldMkLst>
        <pc:spChg chg="mod">
          <ac:chgData name="小豪 許" userId="fa7e92bb9288b32d" providerId="Windows Live" clId="Web-{07D00713-E7BA-93F6-4510-BE5877A11FFE}" dt="2026-05-20T08:48:40.158" v="232" actId="20577"/>
          <ac:spMkLst>
            <pc:docMk/>
            <pc:sldMk cId="91197790" sldId="263"/>
            <ac:spMk id="2" creationId="{E9536115-9A42-47CD-07C2-52A494938D05}"/>
          </ac:spMkLst>
        </pc:spChg>
      </pc:sldChg>
      <pc:sldChg chg="addSp delSp modSp new">
        <pc:chgData name="小豪 許" userId="fa7e92bb9288b32d" providerId="Windows Live" clId="Web-{07D00713-E7BA-93F6-4510-BE5877A11FFE}" dt="2026-05-20T08:45:11.928" v="214"/>
        <pc:sldMkLst>
          <pc:docMk/>
          <pc:sldMk cId="789156722" sldId="283"/>
        </pc:sldMkLst>
        <pc:spChg chg="mod">
          <ac:chgData name="小豪 許" userId="fa7e92bb9288b32d" providerId="Windows Live" clId="Web-{07D00713-E7BA-93F6-4510-BE5877A11FFE}" dt="2026-05-20T08:44:20.146" v="111" actId="20577"/>
          <ac:spMkLst>
            <pc:docMk/>
            <pc:sldMk cId="789156722" sldId="283"/>
            <ac:spMk id="2" creationId="{2685E386-FC1F-DCBD-5DEA-12DBF3C52A1C}"/>
          </ac:spMkLst>
        </pc:spChg>
        <pc:graphicFrameChg chg="add mod ord modGraphic">
          <ac:chgData name="小豪 許" userId="fa7e92bb9288b32d" providerId="Windows Live" clId="Web-{07D00713-E7BA-93F6-4510-BE5877A11FFE}" dt="2026-05-20T08:45:11.928" v="214"/>
          <ac:graphicFrameMkLst>
            <pc:docMk/>
            <pc:sldMk cId="789156722" sldId="283"/>
            <ac:graphicFrameMk id="6" creationId="{410A2908-768E-F706-F099-E0FE054CF331}"/>
          </ac:graphicFrameMkLst>
        </pc:graphicFrameChg>
      </pc:sldChg>
    </pc:docChg>
  </pc:docChgLst>
  <pc:docChgLst>
    <pc:chgData name="Guest User" providerId="Windows Live" clId="Web-{5571CBDF-E41B-BA5F-263B-6444A88CF822}"/>
    <pc:docChg chg="modSld">
      <pc:chgData name="Guest User" userId="" providerId="Windows Live" clId="Web-{5571CBDF-E41B-BA5F-263B-6444A88CF822}" dt="2026-06-17T09:13:24.173" v="55"/>
      <pc:docMkLst>
        <pc:docMk/>
      </pc:docMkLst>
      <pc:sldChg chg="modSp">
        <pc:chgData name="Guest User" userId="" providerId="Windows Live" clId="Web-{5571CBDF-E41B-BA5F-263B-6444A88CF822}" dt="2026-06-17T09:12:28.640" v="46" actId="20577"/>
        <pc:sldMkLst>
          <pc:docMk/>
          <pc:sldMk cId="4170946094" sldId="305"/>
        </pc:sldMkLst>
        <pc:spChg chg="mod">
          <ac:chgData name="Guest User" userId="" providerId="Windows Live" clId="Web-{5571CBDF-E41B-BA5F-263B-6444A88CF822}" dt="2026-06-17T09:12:28.640" v="46" actId="20577"/>
          <ac:spMkLst>
            <pc:docMk/>
            <pc:sldMk cId="4170946094" sldId="305"/>
            <ac:spMk id="2" creationId="{73BD36D5-6F3A-E6A4-0A97-85F09F651E18}"/>
          </ac:spMkLst>
        </pc:spChg>
      </pc:sldChg>
      <pc:sldChg chg="modSp">
        <pc:chgData name="Guest User" userId="" providerId="Windows Live" clId="Web-{5571CBDF-E41B-BA5F-263B-6444A88CF822}" dt="2026-06-17T09:13:08.954" v="53" actId="20577"/>
        <pc:sldMkLst>
          <pc:docMk/>
          <pc:sldMk cId="3865936089" sldId="306"/>
        </pc:sldMkLst>
        <pc:spChg chg="mod">
          <ac:chgData name="Guest User" userId="" providerId="Windows Live" clId="Web-{5571CBDF-E41B-BA5F-263B-6444A88CF822}" dt="2026-06-17T09:13:08.954" v="53" actId="20577"/>
          <ac:spMkLst>
            <pc:docMk/>
            <pc:sldMk cId="3865936089" sldId="306"/>
            <ac:spMk id="2" creationId="{3716CF57-EA87-DD34-FD4A-1BC01B449435}"/>
          </ac:spMkLst>
        </pc:spChg>
        <pc:graphicFrameChg chg="mod modGraphic">
          <ac:chgData name="Guest User" userId="" providerId="Windows Live" clId="Web-{5571CBDF-E41B-BA5F-263B-6444A88CF822}" dt="2026-06-17T09:02:13.697" v="39"/>
          <ac:graphicFrameMkLst>
            <pc:docMk/>
            <pc:sldMk cId="3865936089" sldId="306"/>
            <ac:graphicFrameMk id="7" creationId="{14F6855A-8E29-0DA6-ED03-36FD26589C5A}"/>
          </ac:graphicFrameMkLst>
        </pc:graphicFrameChg>
      </pc:sldChg>
      <pc:sldChg chg="modSp">
        <pc:chgData name="Guest User" userId="" providerId="Windows Live" clId="Web-{5571CBDF-E41B-BA5F-263B-6444A88CF822}" dt="2026-06-17T09:13:24.173" v="55"/>
        <pc:sldMkLst>
          <pc:docMk/>
          <pc:sldMk cId="875590977" sldId="309"/>
        </pc:sldMkLst>
        <pc:graphicFrameChg chg="modGraphic">
          <ac:chgData name="Guest User" userId="" providerId="Windows Live" clId="Web-{5571CBDF-E41B-BA5F-263B-6444A88CF822}" dt="2026-06-17T09:13:24.173" v="55"/>
          <ac:graphicFrameMkLst>
            <pc:docMk/>
            <pc:sldMk cId="875590977" sldId="309"/>
            <ac:graphicFrameMk id="6" creationId="{B31D992E-1070-C881-BA8E-9A1E4609A483}"/>
          </ac:graphicFrameMkLst>
        </pc:graphicFrameChg>
      </pc:sldChg>
    </pc:docChg>
  </pc:docChgLst>
  <pc:docChgLst>
    <pc:chgData name="Guest User" providerId="Windows Live" clId="Web-{72C2B7E7-E2F6-71C3-B224-3A148DEA4A85}"/>
    <pc:docChg chg="modSld">
      <pc:chgData name="Guest User" userId="" providerId="Windows Live" clId="Web-{72C2B7E7-E2F6-71C3-B224-3A148DEA4A85}" dt="2026-05-25T16:26:39.679" v="14" actId="20577"/>
      <pc:docMkLst>
        <pc:docMk/>
      </pc:docMkLst>
      <pc:sldChg chg="modSp">
        <pc:chgData name="Guest User" userId="" providerId="Windows Live" clId="Web-{72C2B7E7-E2F6-71C3-B224-3A148DEA4A85}" dt="2026-05-25T16:26:39.679" v="14" actId="20577"/>
        <pc:sldMkLst>
          <pc:docMk/>
          <pc:sldMk cId="4082758225" sldId="279"/>
        </pc:sldMkLst>
        <pc:spChg chg="mod">
          <ac:chgData name="Guest User" userId="" providerId="Windows Live" clId="Web-{72C2B7E7-E2F6-71C3-B224-3A148DEA4A85}" dt="2026-05-25T16:26:39.679" v="14" actId="20577"/>
          <ac:spMkLst>
            <pc:docMk/>
            <pc:sldMk cId="4082758225" sldId="279"/>
            <ac:spMk id="4" creationId="{B1A9141E-228D-2F90-F4A8-57D1D46B1176}"/>
          </ac:spMkLst>
        </pc:spChg>
        <pc:picChg chg="mod">
          <ac:chgData name="Guest User" userId="" providerId="Windows Live" clId="Web-{72C2B7E7-E2F6-71C3-B224-3A148DEA4A85}" dt="2026-05-25T08:19:58.702" v="13" actId="1076"/>
          <ac:picMkLst>
            <pc:docMk/>
            <pc:sldMk cId="4082758225" sldId="279"/>
            <ac:picMk id="11" creationId="{EB8D513B-CA35-2724-A7B3-42BF402CBFAD}"/>
          </ac:picMkLst>
        </pc:picChg>
      </pc:sldChg>
    </pc:docChg>
  </pc:docChgLst>
  <pc:docChgLst>
    <pc:chgData name="Guest User" providerId="Windows Live" clId="Web-{6BA5CC14-5901-80A9-D693-9B119860A8ED}"/>
    <pc:docChg chg="modSld">
      <pc:chgData name="Guest User" userId="" providerId="Windows Live" clId="Web-{6BA5CC14-5901-80A9-D693-9B119860A8ED}" dt="2026-05-25T17:08:18.665" v="2" actId="20577"/>
      <pc:docMkLst>
        <pc:docMk/>
      </pc:docMkLst>
      <pc:sldChg chg="modSp">
        <pc:chgData name="Guest User" userId="" providerId="Windows Live" clId="Web-{6BA5CC14-5901-80A9-D693-9B119860A8ED}" dt="2026-05-25T17:08:18.665" v="2" actId="20577"/>
        <pc:sldMkLst>
          <pc:docMk/>
          <pc:sldMk cId="4075790665" sldId="256"/>
        </pc:sldMkLst>
        <pc:spChg chg="mod">
          <ac:chgData name="Guest User" userId="" providerId="Windows Live" clId="Web-{6BA5CC14-5901-80A9-D693-9B119860A8ED}" dt="2026-05-25T17:08:18.665" v="2" actId="20577"/>
          <ac:spMkLst>
            <pc:docMk/>
            <pc:sldMk cId="4075790665" sldId="256"/>
            <ac:spMk id="2" creationId="{98B1D719-A7E4-BBE0-D941-7E30B90A3A67}"/>
          </ac:spMkLst>
        </pc:spChg>
      </pc:sldChg>
    </pc:docChg>
  </pc:docChgLst>
  <pc:docChgLst>
    <pc:chgData name="Guest User" providerId="Windows Live" clId="Web-{19A0BFFA-1C17-4340-531A-22D56BBF2A4D}"/>
    <pc:docChg chg="modSld">
      <pc:chgData name="Guest User" userId="" providerId="Windows Live" clId="Web-{19A0BFFA-1C17-4340-531A-22D56BBF2A4D}" dt="2026-05-20T05:10:03.031" v="15" actId="1076"/>
      <pc:docMkLst>
        <pc:docMk/>
      </pc:docMkLst>
      <pc:sldChg chg="addSp delSp modSp">
        <pc:chgData name="Guest User" userId="" providerId="Windows Live" clId="Web-{19A0BFFA-1C17-4340-531A-22D56BBF2A4D}" dt="2026-05-20T05:10:03.031" v="15" actId="1076"/>
        <pc:sldMkLst>
          <pc:docMk/>
          <pc:sldMk cId="4082758225" sldId="279"/>
        </pc:sldMkLst>
      </pc:sldChg>
    </pc:docChg>
  </pc:docChgLst>
  <pc:docChgLst>
    <pc:chgData name="林 弘叡" userId="cbcf9670fd16f044" providerId="Windows Live" clId="Web-{477CAE58-5E3B-83E0-5A84-55D00BE3E529}"/>
    <pc:docChg chg="addSld delSld modSld sldOrd">
      <pc:chgData name="林 弘叡" userId="cbcf9670fd16f044" providerId="Windows Live" clId="Web-{477CAE58-5E3B-83E0-5A84-55D00BE3E529}" dt="2026-06-04T16:54:15.128" v="640"/>
      <pc:docMkLst>
        <pc:docMk/>
      </pc:docMkLst>
      <pc:sldChg chg="modSp">
        <pc:chgData name="林 弘叡" userId="cbcf9670fd16f044" providerId="Windows Live" clId="Web-{477CAE58-5E3B-83E0-5A84-55D00BE3E529}" dt="2026-06-04T15:55:24.200" v="91" actId="20577"/>
        <pc:sldMkLst>
          <pc:docMk/>
          <pc:sldMk cId="1357055956" sldId="299"/>
        </pc:sldMkLst>
        <pc:spChg chg="mod">
          <ac:chgData name="林 弘叡" userId="cbcf9670fd16f044" providerId="Windows Live" clId="Web-{477CAE58-5E3B-83E0-5A84-55D00BE3E529}" dt="2026-06-04T15:55:24.200" v="91" actId="20577"/>
          <ac:spMkLst>
            <pc:docMk/>
            <pc:sldMk cId="1357055956" sldId="299"/>
            <ac:spMk id="3" creationId="{ECAC197F-1F54-E4D4-00FE-6F505E80E157}"/>
          </ac:spMkLst>
        </pc:spChg>
      </pc:sldChg>
      <pc:sldChg chg="modSp">
        <pc:chgData name="林 弘叡" userId="cbcf9670fd16f044" providerId="Windows Live" clId="Web-{477CAE58-5E3B-83E0-5A84-55D00BE3E529}" dt="2026-06-04T15:57:02.703" v="105" actId="20577"/>
        <pc:sldMkLst>
          <pc:docMk/>
          <pc:sldMk cId="2846859454" sldId="300"/>
        </pc:sldMkLst>
        <pc:spChg chg="mod">
          <ac:chgData name="林 弘叡" userId="cbcf9670fd16f044" providerId="Windows Live" clId="Web-{477CAE58-5E3B-83E0-5A84-55D00BE3E529}" dt="2026-06-04T15:57:02.703" v="105" actId="20577"/>
          <ac:spMkLst>
            <pc:docMk/>
            <pc:sldMk cId="2846859454" sldId="300"/>
            <ac:spMk id="3" creationId="{2AB5F0C8-F987-1EAB-0490-5151050CD488}"/>
          </ac:spMkLst>
        </pc:spChg>
      </pc:sldChg>
      <pc:sldChg chg="modSp">
        <pc:chgData name="林 弘叡" userId="cbcf9670fd16f044" providerId="Windows Live" clId="Web-{477CAE58-5E3B-83E0-5A84-55D00BE3E529}" dt="2026-06-04T16:04:14.565" v="213" actId="20577"/>
        <pc:sldMkLst>
          <pc:docMk/>
          <pc:sldMk cId="3549278252" sldId="301"/>
        </pc:sldMkLst>
        <pc:spChg chg="mod">
          <ac:chgData name="林 弘叡" userId="cbcf9670fd16f044" providerId="Windows Live" clId="Web-{477CAE58-5E3B-83E0-5A84-55D00BE3E529}" dt="2026-06-04T15:59:05.788" v="132" actId="20577"/>
          <ac:spMkLst>
            <pc:docMk/>
            <pc:sldMk cId="3549278252" sldId="301"/>
            <ac:spMk id="2" creationId="{D1397D98-CEFD-D430-8246-459D57FEB526}"/>
          </ac:spMkLst>
        </pc:spChg>
        <pc:spChg chg="mod">
          <ac:chgData name="林 弘叡" userId="cbcf9670fd16f044" providerId="Windows Live" clId="Web-{477CAE58-5E3B-83E0-5A84-55D00BE3E529}" dt="2026-06-04T16:04:14.565" v="213" actId="20577"/>
          <ac:spMkLst>
            <pc:docMk/>
            <pc:sldMk cId="3549278252" sldId="301"/>
            <ac:spMk id="3" creationId="{BED5B329-DA79-36EB-5E23-A9A55F775FB9}"/>
          </ac:spMkLst>
        </pc:spChg>
      </pc:sldChg>
      <pc:sldChg chg="addSp delSp modSp ord">
        <pc:chgData name="林 弘叡" userId="cbcf9670fd16f044" providerId="Windows Live" clId="Web-{477CAE58-5E3B-83E0-5A84-55D00BE3E529}" dt="2026-06-04T16:32:25.226" v="393" actId="20577"/>
        <pc:sldMkLst>
          <pc:docMk/>
          <pc:sldMk cId="1601488717" sldId="303"/>
        </pc:sldMkLst>
        <pc:spChg chg="add del mod">
          <ac:chgData name="林 弘叡" userId="cbcf9670fd16f044" providerId="Windows Live" clId="Web-{477CAE58-5E3B-83E0-5A84-55D00BE3E529}" dt="2026-06-04T16:16:41.332" v="251" actId="20577"/>
          <ac:spMkLst>
            <pc:docMk/>
            <pc:sldMk cId="1601488717" sldId="303"/>
            <ac:spMk id="2" creationId="{DF5D8357-1F6D-0E4B-FE16-F0F7F817E950}"/>
          </ac:spMkLst>
        </pc:spChg>
        <pc:spChg chg="mod">
          <ac:chgData name="林 弘叡" userId="cbcf9670fd16f044" providerId="Windows Live" clId="Web-{477CAE58-5E3B-83E0-5A84-55D00BE3E529}" dt="2026-06-04T16:32:25.226" v="393" actId="20577"/>
          <ac:spMkLst>
            <pc:docMk/>
            <pc:sldMk cId="1601488717" sldId="303"/>
            <ac:spMk id="3" creationId="{75E07605-7426-F83F-3797-CA1ADDBC7041}"/>
          </ac:spMkLst>
        </pc:spChg>
        <pc:picChg chg="add mod">
          <ac:chgData name="林 弘叡" userId="cbcf9670fd16f044" providerId="Windows Live" clId="Web-{477CAE58-5E3B-83E0-5A84-55D00BE3E529}" dt="2026-06-04T16:24:14.349" v="342" actId="1076"/>
          <ac:picMkLst>
            <pc:docMk/>
            <pc:sldMk cId="1601488717" sldId="303"/>
            <ac:picMk id="11" creationId="{50B5F60B-B531-6FBB-6781-ACD3D446C7DA}"/>
          </ac:picMkLst>
        </pc:picChg>
      </pc:sldChg>
      <pc:sldChg chg="modSp new">
        <pc:chgData name="林 弘叡" userId="cbcf9670fd16f044" providerId="Windows Live" clId="Web-{477CAE58-5E3B-83E0-5A84-55D00BE3E529}" dt="2026-06-04T16:09:13.889" v="216" actId="20577"/>
        <pc:sldMkLst>
          <pc:docMk/>
          <pc:sldMk cId="3542184893" sldId="304"/>
        </pc:sldMkLst>
        <pc:spChg chg="mod">
          <ac:chgData name="林 弘叡" userId="cbcf9670fd16f044" providerId="Windows Live" clId="Web-{477CAE58-5E3B-83E0-5A84-55D00BE3E529}" dt="2026-06-04T16:09:13.889" v="216" actId="20577"/>
          <ac:spMkLst>
            <pc:docMk/>
            <pc:sldMk cId="3542184893" sldId="304"/>
            <ac:spMk id="2" creationId="{E631CA45-EFAB-76B0-F5D6-901056AAB233}"/>
          </ac:spMkLst>
        </pc:spChg>
      </pc:sldChg>
      <pc:sldChg chg="addSp delSp modSp add replId">
        <pc:chgData name="林 弘叡" userId="cbcf9670fd16f044" providerId="Windows Live" clId="Web-{477CAE58-5E3B-83E0-5A84-55D00BE3E529}" dt="2026-06-04T16:32:51.149" v="400" actId="1076"/>
        <pc:sldMkLst>
          <pc:docMk/>
          <pc:sldMk cId="4170946094" sldId="305"/>
        </pc:sldMkLst>
        <pc:spChg chg="mod">
          <ac:chgData name="林 弘叡" userId="cbcf9670fd16f044" providerId="Windows Live" clId="Web-{477CAE58-5E3B-83E0-5A84-55D00BE3E529}" dt="2026-06-04T16:26:43.604" v="367" actId="20577"/>
          <ac:spMkLst>
            <pc:docMk/>
            <pc:sldMk cId="4170946094" sldId="305"/>
            <ac:spMk id="2" creationId="{73BD36D5-6F3A-E6A4-0A97-85F09F651E18}"/>
          </ac:spMkLst>
        </pc:spChg>
        <pc:spChg chg="mod">
          <ac:chgData name="林 弘叡" userId="cbcf9670fd16f044" providerId="Windows Live" clId="Web-{477CAE58-5E3B-83E0-5A84-55D00BE3E529}" dt="2026-06-04T16:32:39.851" v="397" actId="20577"/>
          <ac:spMkLst>
            <pc:docMk/>
            <pc:sldMk cId="4170946094" sldId="305"/>
            <ac:spMk id="3" creationId="{1A037BC8-E98D-3E69-406D-64634204C741}"/>
          </ac:spMkLst>
        </pc:spChg>
        <pc:picChg chg="add mod modCrop">
          <ac:chgData name="林 弘叡" userId="cbcf9670fd16f044" providerId="Windows Live" clId="Web-{477CAE58-5E3B-83E0-5A84-55D00BE3E529}" dt="2026-06-04T16:32:51.149" v="400" actId="1076"/>
          <ac:picMkLst>
            <pc:docMk/>
            <pc:sldMk cId="4170946094" sldId="305"/>
            <ac:picMk id="7" creationId="{B5BECEA7-B161-C285-7677-470BABC02C59}"/>
          </ac:picMkLst>
        </pc:picChg>
      </pc:sldChg>
      <pc:sldChg chg="addSp delSp modSp new">
        <pc:chgData name="林 弘叡" userId="cbcf9670fd16f044" providerId="Windows Live" clId="Web-{477CAE58-5E3B-83E0-5A84-55D00BE3E529}" dt="2026-06-04T16:54:15.128" v="640"/>
        <pc:sldMkLst>
          <pc:docMk/>
          <pc:sldMk cId="3865936089" sldId="306"/>
        </pc:sldMkLst>
        <pc:spChg chg="mod">
          <ac:chgData name="林 弘叡" userId="cbcf9670fd16f044" providerId="Windows Live" clId="Web-{477CAE58-5E3B-83E0-5A84-55D00BE3E529}" dt="2026-06-04T16:47:42.875" v="411" actId="20577"/>
          <ac:spMkLst>
            <pc:docMk/>
            <pc:sldMk cId="3865936089" sldId="306"/>
            <ac:spMk id="2" creationId="{3716CF57-EA87-DD34-FD4A-1BC01B449435}"/>
          </ac:spMkLst>
        </pc:spChg>
        <pc:graphicFrameChg chg="add mod ord modGraphic">
          <ac:chgData name="林 弘叡" userId="cbcf9670fd16f044" providerId="Windows Live" clId="Web-{477CAE58-5E3B-83E0-5A84-55D00BE3E529}" dt="2026-06-04T16:54:15.128" v="640"/>
          <ac:graphicFrameMkLst>
            <pc:docMk/>
            <pc:sldMk cId="3865936089" sldId="306"/>
            <ac:graphicFrameMk id="7" creationId="{14F6855A-8E29-0DA6-ED03-36FD26589C5A}"/>
          </ac:graphicFrameMkLst>
        </pc:graphicFrameChg>
      </pc:sldChg>
    </pc:docChg>
  </pc:docChgLst>
  <pc:docChgLst>
    <pc:chgData name="Guest User" providerId="Windows Live" clId="Web-{5A652E1D-E2BF-AFEC-4FEF-6AD8D0331E96}"/>
    <pc:docChg chg="modSld modMainMaster">
      <pc:chgData name="Guest User" userId="" providerId="Windows Live" clId="Web-{5A652E1D-E2BF-AFEC-4FEF-6AD8D0331E96}" dt="2026-05-18T12:28:55.002" v="2" actId="20577"/>
      <pc:docMkLst>
        <pc:docMk/>
      </pc:docMkLst>
      <pc:sldChg chg="addSp modSp">
        <pc:chgData name="Guest User" userId="" providerId="Windows Live" clId="Web-{5A652E1D-E2BF-AFEC-4FEF-6AD8D0331E96}" dt="2026-05-18T12:28:55.002" v="2" actId="20577"/>
        <pc:sldMkLst>
          <pc:docMk/>
          <pc:sldMk cId="4075790665" sldId="256"/>
        </pc:sldMkLst>
        <pc:spChg chg="mod">
          <ac:chgData name="Guest User" userId="" providerId="Windows Live" clId="Web-{5A652E1D-E2BF-AFEC-4FEF-6AD8D0331E96}" dt="2026-05-18T12:28:55.002" v="2" actId="20577"/>
          <ac:spMkLst>
            <pc:docMk/>
            <pc:sldMk cId="4075790665" sldId="256"/>
            <ac:spMk id="2" creationId="{98B1D719-A7E4-BBE0-D941-7E30B90A3A67}"/>
          </ac:spMkLst>
        </pc:spChg>
      </pc:sldChg>
      <pc:sldChg chg="addSp modSp">
        <pc:chgData name="Guest User" userId="" providerId="Windows Live" clId="Web-{5A652E1D-E2BF-AFEC-4FEF-6AD8D0331E96}" dt="2026-05-18T12:00:17.637" v="1"/>
        <pc:sldMkLst>
          <pc:docMk/>
          <pc:sldMk cId="3422313594" sldId="262"/>
        </pc:sldMkLst>
      </pc:sldChg>
      <pc:sldChg chg="addSp modSp">
        <pc:chgData name="Guest User" userId="" providerId="Windows Live" clId="Web-{5A652E1D-E2BF-AFEC-4FEF-6AD8D0331E96}" dt="2026-05-18T12:00:17.637" v="1"/>
        <pc:sldMkLst>
          <pc:docMk/>
          <pc:sldMk cId="91197790" sldId="263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1592261892" sldId="265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821685529" sldId="266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417394784" sldId="267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2161113051" sldId="268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1304773272" sldId="269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2645228629" sldId="270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3368040129" sldId="271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572676926" sldId="272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2248191021" sldId="274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529053464" sldId="275"/>
        </pc:sldMkLst>
      </pc:sldChg>
      <pc:sldChg chg="delSp">
        <pc:chgData name="Guest User" userId="" providerId="Windows Live" clId="Web-{5A652E1D-E2BF-AFEC-4FEF-6AD8D0331E96}" dt="2026-05-18T12:00:17.637" v="1"/>
        <pc:sldMkLst>
          <pc:docMk/>
          <pc:sldMk cId="3880182440" sldId="277"/>
        </pc:sldMkLst>
      </pc:sldChg>
      <pc:sldMasterChg chg="mod modSldLayout">
        <pc:chgData name="Guest User" userId="" providerId="Windows Live" clId="Web-{5A652E1D-E2BF-AFEC-4FEF-6AD8D0331E96}" dt="2026-05-18T12:00:17.637" v="1"/>
        <pc:sldMasterMkLst>
          <pc:docMk/>
          <pc:sldMasterMk cId="12961717" sldId="2147483660"/>
        </pc:sldMasterMkLst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1604254138" sldId="2147483661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2052214450" sldId="2147483662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3124172375" sldId="2147483663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3457784019" sldId="2147483664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252133700" sldId="2147483665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838824120" sldId="2147483666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3761574632" sldId="2147483667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526197405" sldId="2147483668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3132002425" sldId="2147483669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1485213033" sldId="2147483670"/>
          </pc:sldLayoutMkLst>
        </pc:sldLayoutChg>
        <pc:sldLayoutChg chg="mod">
          <pc:chgData name="Guest User" userId="" providerId="Windows Live" clId="Web-{5A652E1D-E2BF-AFEC-4FEF-6AD8D0331E96}" dt="2026-05-18T12:00:17.637" v="1"/>
          <pc:sldLayoutMkLst>
            <pc:docMk/>
            <pc:sldMasterMk cId="12961717" sldId="2147483660"/>
            <pc:sldLayoutMk cId="2015978815" sldId="2147483671"/>
          </pc:sldLayoutMkLst>
        </pc:sldLayoutChg>
      </pc:sldMasterChg>
    </pc:docChg>
  </pc:docChgLst>
  <pc:docChgLst>
    <pc:chgData name="Guest User" providerId="Windows Live" clId="Web-{FF1D416E-0CD7-6CD0-F551-36AAC6E73D60}"/>
    <pc:docChg chg="modSld">
      <pc:chgData name="Guest User" userId="" providerId="Windows Live" clId="Web-{FF1D416E-0CD7-6CD0-F551-36AAC6E73D60}" dt="2026-06-06T07:07:00.832" v="144" actId="20577"/>
      <pc:docMkLst>
        <pc:docMk/>
      </pc:docMkLst>
      <pc:sldChg chg="modSp">
        <pc:chgData name="Guest User" userId="" providerId="Windows Live" clId="Web-{FF1D416E-0CD7-6CD0-F551-36AAC6E73D60}" dt="2026-06-06T07:02:41.644" v="29" actId="20577"/>
        <pc:sldMkLst>
          <pc:docMk/>
          <pc:sldMk cId="2976931440" sldId="307"/>
        </pc:sldMkLst>
        <pc:spChg chg="mod">
          <ac:chgData name="Guest User" userId="" providerId="Windows Live" clId="Web-{FF1D416E-0CD7-6CD0-F551-36AAC6E73D60}" dt="2026-06-06T07:02:41.644" v="29" actId="20577"/>
          <ac:spMkLst>
            <pc:docMk/>
            <pc:sldMk cId="2976931440" sldId="307"/>
            <ac:spMk id="3" creationId="{A1C6FF1B-76CB-C5EC-8BF5-C4C0CB8E5E74}"/>
          </ac:spMkLst>
        </pc:spChg>
      </pc:sldChg>
      <pc:sldChg chg="modSp">
        <pc:chgData name="Guest User" userId="" providerId="Windows Live" clId="Web-{FF1D416E-0CD7-6CD0-F551-36AAC6E73D60}" dt="2026-06-06T07:06:35.691" v="140"/>
        <pc:sldMkLst>
          <pc:docMk/>
          <pc:sldMk cId="875590977" sldId="309"/>
        </pc:sldMkLst>
        <pc:graphicFrameChg chg="mod modGraphic">
          <ac:chgData name="Guest User" userId="" providerId="Windows Live" clId="Web-{FF1D416E-0CD7-6CD0-F551-36AAC6E73D60}" dt="2026-06-06T07:06:35.691" v="140"/>
          <ac:graphicFrameMkLst>
            <pc:docMk/>
            <pc:sldMk cId="875590977" sldId="309"/>
            <ac:graphicFrameMk id="6" creationId="{B31D992E-1070-C881-BA8E-9A1E4609A483}"/>
          </ac:graphicFrameMkLst>
        </pc:graphicFrameChg>
      </pc:sldChg>
    </pc:docChg>
  </pc:docChgLst>
  <pc:docChgLst>
    <pc:chgData name="Guest User" providerId="Windows Live" clId="Web-{F8878686-7C81-A904-2181-ED10D8D0B02C}"/>
    <pc:docChg chg="modSld">
      <pc:chgData name="Guest User" userId="" providerId="Windows Live" clId="Web-{F8878686-7C81-A904-2181-ED10D8D0B02C}" dt="2026-05-27T18:04:23.217" v="1" actId="1076"/>
      <pc:docMkLst>
        <pc:docMk/>
      </pc:docMkLst>
    </pc:docChg>
  </pc:docChgLst>
  <pc:docChgLst>
    <pc:chgData name="Guest User" providerId="Windows Live" clId="Web-{197884E8-192D-5AED-3758-B2785569665B}"/>
    <pc:docChg chg="addSld modSld">
      <pc:chgData name="Guest User" userId="" providerId="Windows Live" clId="Web-{197884E8-192D-5AED-3758-B2785569665B}" dt="2026-05-25T07:18:48.261" v="236" actId="20577"/>
      <pc:docMkLst>
        <pc:docMk/>
      </pc:docMkLst>
      <pc:sldChg chg="addSp modSp">
        <pc:chgData name="Guest User" userId="" providerId="Windows Live" clId="Web-{197884E8-192D-5AED-3758-B2785569665B}" dt="2026-05-24T09:55:01.459" v="99" actId="20577"/>
        <pc:sldMkLst>
          <pc:docMk/>
          <pc:sldMk cId="4075790665" sldId="256"/>
        </pc:sldMkLst>
        <pc:spChg chg="add mod">
          <ac:chgData name="Guest User" userId="" providerId="Windows Live" clId="Web-{197884E8-192D-5AED-3758-B2785569665B}" dt="2026-05-24T09:55:01.459" v="99" actId="20577"/>
          <ac:spMkLst>
            <pc:docMk/>
            <pc:sldMk cId="4075790665" sldId="256"/>
            <ac:spMk id="6" creationId="{E0209A41-AA0C-BF9E-6BBF-5C806868FF0E}"/>
          </ac:spMkLst>
        </pc:spChg>
      </pc:sldChg>
      <pc:sldChg chg="modSp">
        <pc:chgData name="Guest User" userId="" providerId="Windows Live" clId="Web-{197884E8-192D-5AED-3758-B2785569665B}" dt="2026-05-24T10:19:47.992" v="163" actId="14100"/>
        <pc:sldMkLst>
          <pc:docMk/>
          <pc:sldMk cId="3422313594" sldId="262"/>
        </pc:sldMkLst>
      </pc:sldChg>
      <pc:sldChg chg="addSp delSp modSp">
        <pc:chgData name="Guest User" userId="" providerId="Windows Live" clId="Web-{197884E8-192D-5AED-3758-B2785569665B}" dt="2026-05-24T10:21:17.120" v="185" actId="14100"/>
        <pc:sldMkLst>
          <pc:docMk/>
          <pc:sldMk cId="2248191021" sldId="274"/>
        </pc:sldMkLst>
        <pc:picChg chg="add mod ord">
          <ac:chgData name="Guest User" userId="" providerId="Windows Live" clId="Web-{197884E8-192D-5AED-3758-B2785569665B}" dt="2026-05-24T10:21:10.245" v="183" actId="1076"/>
          <ac:picMkLst>
            <pc:docMk/>
            <pc:sldMk cId="2248191021" sldId="274"/>
            <ac:picMk id="9" creationId="{D89EF535-0E18-313F-02AC-E8809A77AC69}"/>
          </ac:picMkLst>
        </pc:picChg>
        <pc:picChg chg="add mod">
          <ac:chgData name="Guest User" userId="" providerId="Windows Live" clId="Web-{197884E8-192D-5AED-3758-B2785569665B}" dt="2026-05-24T10:21:17.120" v="185" actId="14100"/>
          <ac:picMkLst>
            <pc:docMk/>
            <pc:sldMk cId="2248191021" sldId="274"/>
            <ac:picMk id="10" creationId="{6B27D776-6F8D-B278-8DFF-467F3E83763E}"/>
          </ac:picMkLst>
        </pc:picChg>
      </pc:sldChg>
      <pc:sldChg chg="addSp delSp modSp new">
        <pc:chgData name="Guest User" userId="" providerId="Windows Live" clId="Web-{197884E8-192D-5AED-3758-B2785569665B}" dt="2026-05-24T09:26:18.169" v="73"/>
        <pc:sldMkLst>
          <pc:docMk/>
          <pc:sldMk cId="1376243490" sldId="284"/>
        </pc:sldMkLst>
        <pc:spChg chg="mod">
          <ac:chgData name="Guest User" userId="" providerId="Windows Live" clId="Web-{197884E8-192D-5AED-3758-B2785569665B}" dt="2026-05-24T09:24:08.523" v="23" actId="20577"/>
          <ac:spMkLst>
            <pc:docMk/>
            <pc:sldMk cId="1376243490" sldId="284"/>
            <ac:spMk id="2" creationId="{299F105F-B150-E088-9ECE-7AEF7EE32EE3}"/>
          </ac:spMkLst>
        </pc:spChg>
        <pc:graphicFrameChg chg="add mod ord modGraphic">
          <ac:chgData name="Guest User" userId="" providerId="Windows Live" clId="Web-{197884E8-192D-5AED-3758-B2785569665B}" dt="2026-05-24T09:26:18.169" v="73"/>
          <ac:graphicFrameMkLst>
            <pc:docMk/>
            <pc:sldMk cId="1376243490" sldId="284"/>
            <ac:graphicFrameMk id="6" creationId="{4E983977-261F-ED6A-23B5-57C40CD259CB}"/>
          </ac:graphicFrameMkLst>
        </pc:graphicFrameChg>
      </pc:sldChg>
    </pc:docChg>
  </pc:docChgLst>
  <pc:docChgLst>
    <pc:chgData name="Guest User" providerId="Windows Live" clId="Web-{6ECD39D6-60A2-001A-F68E-3C3450819843}"/>
    <pc:docChg chg="modSld">
      <pc:chgData name="Guest User" userId="" providerId="Windows Live" clId="Web-{6ECD39D6-60A2-001A-F68E-3C3450819843}" dt="2026-05-27T18:03:45.496" v="9" actId="1076"/>
      <pc:docMkLst>
        <pc:docMk/>
      </pc:docMkLst>
      <pc:sldChg chg="modSp">
        <pc:chgData name="Guest User" userId="" providerId="Windows Live" clId="Web-{6ECD39D6-60A2-001A-F68E-3C3450819843}" dt="2026-05-27T18:03:45.496" v="9" actId="1076"/>
        <pc:sldMkLst>
          <pc:docMk/>
          <pc:sldMk cId="4082758225" sldId="279"/>
        </pc:sldMkLst>
        <pc:spChg chg="mod">
          <ac:chgData name="Guest User" userId="" providerId="Windows Live" clId="Web-{6ECD39D6-60A2-001A-F68E-3C3450819843}" dt="2026-05-27T18:03:44.949" v="8" actId="1076"/>
          <ac:spMkLst>
            <pc:docMk/>
            <pc:sldMk cId="4082758225" sldId="279"/>
            <ac:spMk id="8" creationId="{4E689DA1-0383-CE7A-D19A-77D2CBA7C1C5}"/>
          </ac:spMkLst>
        </pc:spChg>
        <pc:picChg chg="mod">
          <ac:chgData name="Guest User" userId="" providerId="Windows Live" clId="Web-{6ECD39D6-60A2-001A-F68E-3C3450819843}" dt="2026-05-27T18:03:45.496" v="9" actId="1076"/>
          <ac:picMkLst>
            <pc:docMk/>
            <pc:sldMk cId="4082758225" sldId="279"/>
            <ac:picMk id="11" creationId="{EB8D513B-CA35-2724-A7B3-42BF402CBFAD}"/>
          </ac:picMkLst>
        </pc:picChg>
      </pc:sldChg>
    </pc:docChg>
  </pc:docChgLst>
  <pc:docChgLst>
    <pc:chgData name="Guest User" providerId="Windows Live" clId="Web-{E5C700AE-84D3-DDDF-C502-CE05701BC165}"/>
    <pc:docChg chg="modSld">
      <pc:chgData name="Guest User" userId="" providerId="Windows Live" clId="Web-{E5C700AE-84D3-DDDF-C502-CE05701BC165}" dt="2026-05-20T09:05:32.445" v="3" actId="1076"/>
      <pc:docMkLst>
        <pc:docMk/>
      </pc:docMkLst>
    </pc:docChg>
  </pc:docChgLst>
  <pc:docChgLst>
    <pc:chgData name="Guest User" providerId="Windows Live" clId="Web-{50831991-9A07-F9C6-D231-42BE9DD3F1BA}"/>
    <pc:docChg chg="addSld delSld modSld">
      <pc:chgData name="Guest User" userId="" providerId="Windows Live" clId="Web-{50831991-9A07-F9C6-D231-42BE9DD3F1BA}" dt="2026-05-20T08:28:12.434" v="208" actId="20577"/>
      <pc:docMkLst>
        <pc:docMk/>
      </pc:docMkLst>
      <pc:sldChg chg="mod modShow">
        <pc:chgData name="Guest User" userId="" providerId="Windows Live" clId="Web-{50831991-9A07-F9C6-D231-42BE9DD3F1BA}" dt="2026-05-20T05:48:13.510" v="58"/>
        <pc:sldMkLst>
          <pc:docMk/>
          <pc:sldMk cId="3368040129" sldId="271"/>
        </pc:sldMkLst>
      </pc:sldChg>
      <pc:sldChg chg="mod modShow">
        <pc:chgData name="Guest User" userId="" providerId="Windows Live" clId="Web-{50831991-9A07-F9C6-D231-42BE9DD3F1BA}" dt="2026-05-20T08:15:21.416" v="66"/>
        <pc:sldMkLst>
          <pc:docMk/>
          <pc:sldMk cId="3880182440" sldId="277"/>
        </pc:sldMkLst>
      </pc:sldChg>
    </pc:docChg>
  </pc:docChgLst>
  <pc:docChgLst>
    <pc:chgData name="Guest User" providerId="Windows Live" clId="Web-{A59FC0A7-CE59-12B9-A758-E2A7EE287E5C}"/>
    <pc:docChg chg="addSld delSld modSld">
      <pc:chgData name="Guest User" userId="" providerId="Windows Live" clId="Web-{A59FC0A7-CE59-12B9-A758-E2A7EE287E5C}" dt="2026-05-25T09:52:35.448" v="227"/>
      <pc:docMkLst>
        <pc:docMk/>
      </pc:docMkLst>
      <pc:sldChg chg="modSp">
        <pc:chgData name="Guest User" userId="" providerId="Windows Live" clId="Web-{A59FC0A7-CE59-12B9-A758-E2A7EE287E5C}" dt="2026-05-25T09:52:23.259" v="225" actId="20577"/>
        <pc:sldMkLst>
          <pc:docMk/>
          <pc:sldMk cId="3422313594" sldId="262"/>
        </pc:sldMkLst>
        <pc:spChg chg="mod">
          <ac:chgData name="Guest User" userId="" providerId="Windows Live" clId="Web-{A59FC0A7-CE59-12B9-A758-E2A7EE287E5C}" dt="2026-05-25T09:48:27.224" v="169" actId="20577"/>
          <ac:spMkLst>
            <pc:docMk/>
            <pc:sldMk cId="3422313594" sldId="262"/>
            <ac:spMk id="2" creationId="{5C91FC6D-C0D8-13BE-941B-99EF9C37EC82}"/>
          </ac:spMkLst>
        </pc:spChg>
      </pc:sldChg>
      <pc:sldChg chg="modSp">
        <pc:chgData name="Guest User" userId="" providerId="Windows Live" clId="Web-{A59FC0A7-CE59-12B9-A758-E2A7EE287E5C}" dt="2026-05-25T09:48:22.411" v="167" actId="20577"/>
        <pc:sldMkLst>
          <pc:docMk/>
          <pc:sldMk cId="91197790" sldId="263"/>
        </pc:sldMkLst>
        <pc:spChg chg="mod">
          <ac:chgData name="Guest User" userId="" providerId="Windows Live" clId="Web-{A59FC0A7-CE59-12B9-A758-E2A7EE287E5C}" dt="2026-05-25T09:48:22.411" v="167" actId="20577"/>
          <ac:spMkLst>
            <pc:docMk/>
            <pc:sldMk cId="91197790" sldId="263"/>
            <ac:spMk id="2" creationId="{E9536115-9A42-47CD-07C2-52A494938D05}"/>
          </ac:spMkLst>
        </pc:spChg>
      </pc:sldChg>
      <pc:sldChg chg="modSp">
        <pc:chgData name="Guest User" userId="" providerId="Windows Live" clId="Web-{A59FC0A7-CE59-12B9-A758-E2A7EE287E5C}" dt="2026-05-25T09:48:14.161" v="165" actId="20577"/>
        <pc:sldMkLst>
          <pc:docMk/>
          <pc:sldMk cId="821685529" sldId="266"/>
        </pc:sldMkLst>
        <pc:spChg chg="mod">
          <ac:chgData name="Guest User" userId="" providerId="Windows Live" clId="Web-{A59FC0A7-CE59-12B9-A758-E2A7EE287E5C}" dt="2026-05-25T09:48:14.161" v="165" actId="20577"/>
          <ac:spMkLst>
            <pc:docMk/>
            <pc:sldMk cId="821685529" sldId="266"/>
            <ac:spMk id="2" creationId="{FB11ECA2-5B1B-E376-4320-13EBA66203B7}"/>
          </ac:spMkLst>
        </pc:spChg>
      </pc:sldChg>
      <pc:sldChg chg="modSp">
        <pc:chgData name="Guest User" userId="" providerId="Windows Live" clId="Web-{A59FC0A7-CE59-12B9-A758-E2A7EE287E5C}" dt="2026-05-25T09:48:15.973" v="166" actId="20577"/>
        <pc:sldMkLst>
          <pc:docMk/>
          <pc:sldMk cId="417394784" sldId="267"/>
        </pc:sldMkLst>
        <pc:spChg chg="mod">
          <ac:chgData name="Guest User" userId="" providerId="Windows Live" clId="Web-{A59FC0A7-CE59-12B9-A758-E2A7EE287E5C}" dt="2026-05-25T09:48:15.973" v="166" actId="20577"/>
          <ac:spMkLst>
            <pc:docMk/>
            <pc:sldMk cId="417394784" sldId="267"/>
            <ac:spMk id="2" creationId="{A81C54D6-8128-28CC-5329-5A72CF3B258B}"/>
          </ac:spMkLst>
        </pc:spChg>
      </pc:sldChg>
      <pc:sldChg chg="modSp">
        <pc:chgData name="Guest User" userId="" providerId="Windows Live" clId="Web-{A59FC0A7-CE59-12B9-A758-E2A7EE287E5C}" dt="2026-05-25T09:48:08.739" v="163" actId="20577"/>
        <pc:sldMkLst>
          <pc:docMk/>
          <pc:sldMk cId="572676926" sldId="272"/>
        </pc:sldMkLst>
        <pc:spChg chg="mod">
          <ac:chgData name="Guest User" userId="" providerId="Windows Live" clId="Web-{A59FC0A7-CE59-12B9-A758-E2A7EE287E5C}" dt="2026-05-25T09:48:08.739" v="163" actId="20577"/>
          <ac:spMkLst>
            <pc:docMk/>
            <pc:sldMk cId="572676926" sldId="272"/>
            <ac:spMk id="2" creationId="{0B5941EE-7DDB-8A7D-90E0-A5ADDEF1AF64}"/>
          </ac:spMkLst>
        </pc:spChg>
      </pc:sldChg>
      <pc:sldChg chg="modSp">
        <pc:chgData name="Guest User" userId="" providerId="Windows Live" clId="Web-{A59FC0A7-CE59-12B9-A758-E2A7EE287E5C}" dt="2026-05-25T09:48:00.347" v="161" actId="20577"/>
        <pc:sldMkLst>
          <pc:docMk/>
          <pc:sldMk cId="2248191021" sldId="274"/>
        </pc:sldMkLst>
        <pc:spChg chg="mod">
          <ac:chgData name="Guest User" userId="" providerId="Windows Live" clId="Web-{A59FC0A7-CE59-12B9-A758-E2A7EE287E5C}" dt="2026-05-25T09:48:00.347" v="161" actId="20577"/>
          <ac:spMkLst>
            <pc:docMk/>
            <pc:sldMk cId="2248191021" sldId="274"/>
            <ac:spMk id="2" creationId="{F2815DEF-CD82-CB7F-59AF-B4AECDEDB204}"/>
          </ac:spMkLst>
        </pc:spChg>
      </pc:sldChg>
      <pc:sldChg chg="modSp">
        <pc:chgData name="Guest User" userId="" providerId="Windows Live" clId="Web-{A59FC0A7-CE59-12B9-A758-E2A7EE287E5C}" dt="2026-05-25T09:51:02.456" v="208" actId="1076"/>
        <pc:sldMkLst>
          <pc:docMk/>
          <pc:sldMk cId="529053464" sldId="275"/>
        </pc:sldMkLst>
        <pc:spChg chg="mod">
          <ac:chgData name="Guest User" userId="" providerId="Windows Live" clId="Web-{A59FC0A7-CE59-12B9-A758-E2A7EE287E5C}" dt="2026-05-25T09:41:08.945" v="128" actId="20577"/>
          <ac:spMkLst>
            <pc:docMk/>
            <pc:sldMk cId="529053464" sldId="275"/>
            <ac:spMk id="4" creationId="{BD14BB28-CD04-26EA-7817-B20D56BD4518}"/>
          </ac:spMkLst>
        </pc:spChg>
        <pc:spChg chg="mod">
          <ac:chgData name="Guest User" userId="" providerId="Windows Live" clId="Web-{A59FC0A7-CE59-12B9-A758-E2A7EE287E5C}" dt="2026-05-25T09:41:22.712" v="135" actId="20577"/>
          <ac:spMkLst>
            <pc:docMk/>
            <pc:sldMk cId="529053464" sldId="275"/>
            <ac:spMk id="8" creationId="{A5C56F01-F87B-CE49-2657-F7B9BFBBE5D1}"/>
          </ac:spMkLst>
        </pc:spChg>
        <pc:spChg chg="mod">
          <ac:chgData name="Guest User" userId="" providerId="Windows Live" clId="Web-{A59FC0A7-CE59-12B9-A758-E2A7EE287E5C}" dt="2026-05-25T09:51:02.456" v="208" actId="1076"/>
          <ac:spMkLst>
            <pc:docMk/>
            <pc:sldMk cId="529053464" sldId="275"/>
            <ac:spMk id="11" creationId="{D37989D7-59AF-7C37-0E82-561B53627A1E}"/>
          </ac:spMkLst>
        </pc:spChg>
      </pc:sldChg>
      <pc:sldChg chg="modSp">
        <pc:chgData name="Guest User" userId="" providerId="Windows Live" clId="Web-{A59FC0A7-CE59-12B9-A758-E2A7EE287E5C}" dt="2026-05-25T09:48:40.397" v="175" actId="20577"/>
        <pc:sldMkLst>
          <pc:docMk/>
          <pc:sldMk cId="4082758225" sldId="279"/>
        </pc:sldMkLst>
        <pc:spChg chg="mod">
          <ac:chgData name="Guest User" userId="" providerId="Windows Live" clId="Web-{A59FC0A7-CE59-12B9-A758-E2A7EE287E5C}" dt="2026-05-25T09:48:40.397" v="175" actId="20577"/>
          <ac:spMkLst>
            <pc:docMk/>
            <pc:sldMk cId="4082758225" sldId="279"/>
            <ac:spMk id="4" creationId="{B1A9141E-228D-2F90-F4A8-57D1D46B1176}"/>
          </ac:spMkLst>
        </pc:spChg>
      </pc:sldChg>
      <pc:sldChg chg="modSp">
        <pc:chgData name="Guest User" userId="" providerId="Windows Live" clId="Web-{A59FC0A7-CE59-12B9-A758-E2A7EE287E5C}" dt="2026-05-25T09:48:35.553" v="174" actId="20577"/>
        <pc:sldMkLst>
          <pc:docMk/>
          <pc:sldMk cId="1255536033" sldId="280"/>
        </pc:sldMkLst>
        <pc:spChg chg="mod">
          <ac:chgData name="Guest User" userId="" providerId="Windows Live" clId="Web-{A59FC0A7-CE59-12B9-A758-E2A7EE287E5C}" dt="2026-05-25T09:48:35.553" v="174" actId="20577"/>
          <ac:spMkLst>
            <pc:docMk/>
            <pc:sldMk cId="1255536033" sldId="280"/>
            <ac:spMk id="2" creationId="{EA0C7D5B-85E1-3003-7B84-421D9432E61C}"/>
          </ac:spMkLst>
        </pc:spChg>
      </pc:sldChg>
      <pc:sldChg chg="modSp">
        <pc:chgData name="Guest User" userId="" providerId="Windows Live" clId="Web-{A59FC0A7-CE59-12B9-A758-E2A7EE287E5C}" dt="2026-05-25T09:48:25.458" v="168" actId="20577"/>
        <pc:sldMkLst>
          <pc:docMk/>
          <pc:sldMk cId="789156722" sldId="283"/>
        </pc:sldMkLst>
        <pc:spChg chg="mod">
          <ac:chgData name="Guest User" userId="" providerId="Windows Live" clId="Web-{A59FC0A7-CE59-12B9-A758-E2A7EE287E5C}" dt="2026-05-25T09:48:25.458" v="168" actId="20577"/>
          <ac:spMkLst>
            <pc:docMk/>
            <pc:sldMk cId="789156722" sldId="283"/>
            <ac:spMk id="2" creationId="{2685E386-FC1F-DCBD-5DEA-12DBF3C52A1C}"/>
          </ac:spMkLst>
        </pc:spChg>
      </pc:sldChg>
      <pc:sldChg chg="modSp">
        <pc:chgData name="Guest User" userId="" providerId="Windows Live" clId="Web-{A59FC0A7-CE59-12B9-A758-E2A7EE287E5C}" dt="2026-05-25T09:48:04.098" v="162" actId="20577"/>
        <pc:sldMkLst>
          <pc:docMk/>
          <pc:sldMk cId="1376243490" sldId="284"/>
        </pc:sldMkLst>
        <pc:spChg chg="mod">
          <ac:chgData name="Guest User" userId="" providerId="Windows Live" clId="Web-{A59FC0A7-CE59-12B9-A758-E2A7EE287E5C}" dt="2026-05-25T09:48:04.098" v="162" actId="20577"/>
          <ac:spMkLst>
            <pc:docMk/>
            <pc:sldMk cId="1376243490" sldId="284"/>
            <ac:spMk id="2" creationId="{299F105F-B150-E088-9ECE-7AEF7EE32EE3}"/>
          </ac:spMkLst>
        </pc:spChg>
      </pc:sldChg>
      <pc:sldChg chg="modSp">
        <pc:chgData name="Guest User" userId="" providerId="Windows Live" clId="Web-{A59FC0A7-CE59-12B9-A758-E2A7EE287E5C}" dt="2026-05-25T09:17:08.433" v="18" actId="20577"/>
        <pc:sldMkLst>
          <pc:docMk/>
          <pc:sldMk cId="4089858146" sldId="287"/>
        </pc:sldMkLst>
        <pc:spChg chg="mod">
          <ac:chgData name="Guest User" userId="" providerId="Windows Live" clId="Web-{A59FC0A7-CE59-12B9-A758-E2A7EE287E5C}" dt="2026-05-25T09:17:08.433" v="18" actId="20577"/>
          <ac:spMkLst>
            <pc:docMk/>
            <pc:sldMk cId="4089858146" sldId="287"/>
            <ac:spMk id="3" creationId="{64265F91-EC35-BCC5-DB97-81DB1BA8760A}"/>
          </ac:spMkLst>
        </pc:spChg>
      </pc:sldChg>
      <pc:sldChg chg="modSp add replId">
        <pc:chgData name="Guest User" userId="" providerId="Windows Live" clId="Web-{A59FC0A7-CE59-12B9-A758-E2A7EE287E5C}" dt="2026-05-25T09:34:40.073" v="126" actId="20577"/>
        <pc:sldMkLst>
          <pc:docMk/>
          <pc:sldMk cId="3027028098" sldId="288"/>
        </pc:sldMkLst>
        <pc:spChg chg="mod">
          <ac:chgData name="Guest User" userId="" providerId="Windows Live" clId="Web-{A59FC0A7-CE59-12B9-A758-E2A7EE287E5C}" dt="2026-05-25T09:34:40.073" v="126" actId="20577"/>
          <ac:spMkLst>
            <pc:docMk/>
            <pc:sldMk cId="3027028098" sldId="288"/>
            <ac:spMk id="3" creationId="{C49C014B-1743-A643-CBAE-92F0FE71C323}"/>
          </ac:spMkLst>
        </pc:spChg>
        <pc:spChg chg="mod">
          <ac:chgData name="Guest User" userId="" providerId="Windows Live" clId="Web-{A59FC0A7-CE59-12B9-A758-E2A7EE287E5C}" dt="2026-05-25T09:15:32.284" v="2" actId="20577"/>
          <ac:spMkLst>
            <pc:docMk/>
            <pc:sldMk cId="3027028098" sldId="288"/>
            <ac:spMk id="10" creationId="{63FC9285-9D57-F881-565F-75B44840E40A}"/>
          </ac:spMkLst>
        </pc:spChg>
      </pc:sldChg>
      <pc:sldChg chg="modSp add replId">
        <pc:chgData name="Guest User" userId="" providerId="Windows Live" clId="Web-{A59FC0A7-CE59-12B9-A758-E2A7EE287E5C}" dt="2026-05-25T09:28:16.434" v="96" actId="20577"/>
        <pc:sldMkLst>
          <pc:docMk/>
          <pc:sldMk cId="2495737889" sldId="289"/>
        </pc:sldMkLst>
        <pc:spChg chg="mod">
          <ac:chgData name="Guest User" userId="" providerId="Windows Live" clId="Web-{A59FC0A7-CE59-12B9-A758-E2A7EE287E5C}" dt="2026-05-25T09:28:16.434" v="96" actId="20577"/>
          <ac:spMkLst>
            <pc:docMk/>
            <pc:sldMk cId="2495737889" sldId="289"/>
            <ac:spMk id="3" creationId="{741E6DE6-0ECF-6C07-66A0-C20CF95D9926}"/>
          </ac:spMkLst>
        </pc:spChg>
        <pc:spChg chg="mod">
          <ac:chgData name="Guest User" userId="" providerId="Windows Live" clId="Web-{A59FC0A7-CE59-12B9-A758-E2A7EE287E5C}" dt="2026-05-25T09:15:45.769" v="7" actId="20577"/>
          <ac:spMkLst>
            <pc:docMk/>
            <pc:sldMk cId="2495737889" sldId="289"/>
            <ac:spMk id="10" creationId="{F2DA5F51-C997-C744-DB67-1E7936CB2B16}"/>
          </ac:spMkLst>
        </pc:spChg>
      </pc:sldChg>
      <pc:sldChg chg="modSp new">
        <pc:chgData name="Guest User" userId="" providerId="Windows Live" clId="Web-{A59FC0A7-CE59-12B9-A758-E2A7EE287E5C}" dt="2026-05-25T09:52:32.088" v="226" actId="20577"/>
        <pc:sldMkLst>
          <pc:docMk/>
          <pc:sldMk cId="1034748137" sldId="290"/>
        </pc:sldMkLst>
        <pc:spChg chg="mod">
          <ac:chgData name="Guest User" userId="" providerId="Windows Live" clId="Web-{A59FC0A7-CE59-12B9-A758-E2A7EE287E5C}" dt="2026-05-25T09:52:32.088" v="226" actId="20577"/>
          <ac:spMkLst>
            <pc:docMk/>
            <pc:sldMk cId="1034748137" sldId="290"/>
            <ac:spMk id="3" creationId="{A28307BE-A026-3608-2855-58C669ECF71F}"/>
          </ac:spMkLst>
        </pc:spChg>
      </pc:sldChg>
    </pc:docChg>
  </pc:docChgLst>
  <pc:docChgLst>
    <pc:chgData name="Guest User" providerId="Windows Live" clId="Web-{5D62EBFB-A734-3AD1-43CD-6FD0EC871365}"/>
    <pc:docChg chg="modSld">
      <pc:chgData name="Guest User" userId="" providerId="Windows Live" clId="Web-{5D62EBFB-A734-3AD1-43CD-6FD0EC871365}" dt="2026-05-31T14:55:50.621" v="1" actId="20577"/>
      <pc:docMkLst>
        <pc:docMk/>
      </pc:docMkLst>
      <pc:sldChg chg="modSp">
        <pc:chgData name="Guest User" userId="" providerId="Windows Live" clId="Web-{5D62EBFB-A734-3AD1-43CD-6FD0EC871365}" dt="2026-05-31T14:55:50.621" v="1" actId="20577"/>
        <pc:sldMkLst>
          <pc:docMk/>
          <pc:sldMk cId="529053464" sldId="275"/>
        </pc:sldMkLst>
        <pc:spChg chg="mod">
          <ac:chgData name="Guest User" userId="" providerId="Windows Live" clId="Web-{5D62EBFB-A734-3AD1-43CD-6FD0EC871365}" dt="2026-05-31T14:55:50.621" v="1" actId="20577"/>
          <ac:spMkLst>
            <pc:docMk/>
            <pc:sldMk cId="529053464" sldId="275"/>
            <ac:spMk id="11" creationId="{D37989D7-59AF-7C37-0E82-561B53627A1E}"/>
          </ac:spMkLst>
        </pc:spChg>
      </pc:sldChg>
    </pc:docChg>
  </pc:docChgLst>
  <pc:docChgLst>
    <pc:chgData name="Guest User" providerId="Windows Live" clId="Web-{9F4B7591-5315-6FEA-69B0-B9E2B08D6875}"/>
    <pc:docChg chg="modSld">
      <pc:chgData name="Guest User" userId="" providerId="Windows Live" clId="Web-{9F4B7591-5315-6FEA-69B0-B9E2B08D6875}" dt="2026-05-25T09:37:51.285" v="11" actId="1076"/>
      <pc:docMkLst>
        <pc:docMk/>
      </pc:docMkLst>
      <pc:sldChg chg="delSp modSp">
        <pc:chgData name="Guest User" userId="" providerId="Windows Live" clId="Web-{9F4B7591-5315-6FEA-69B0-B9E2B08D6875}" dt="2026-05-25T09:37:51.285" v="11" actId="1076"/>
        <pc:sldMkLst>
          <pc:docMk/>
          <pc:sldMk cId="1304773272" sldId="269"/>
        </pc:sldMkLst>
      </pc:sldChg>
    </pc:docChg>
  </pc:docChgLst>
  <pc:docChgLst>
    <pc:chgData name="Guest User" providerId="Windows Live" clId="Web-{A303D7E4-14FA-F361-4C17-98E4AA3B6721}"/>
    <pc:docChg chg="modSld">
      <pc:chgData name="Guest User" userId="" providerId="Windows Live" clId="Web-{A303D7E4-14FA-F361-4C17-98E4AA3B6721}" dt="2026-05-31T01:56:03" v="4" actId="1076"/>
      <pc:docMkLst>
        <pc:docMk/>
      </pc:docMkLst>
      <pc:sldChg chg="delSp modSp">
        <pc:chgData name="Guest User" userId="" providerId="Windows Live" clId="Web-{A303D7E4-14FA-F361-4C17-98E4AA3B6721}" dt="2026-05-31T01:56:03" v="4" actId="1076"/>
        <pc:sldMkLst>
          <pc:docMk/>
          <pc:sldMk cId="4082758225" sldId="279"/>
        </pc:sldMkLst>
        <pc:picChg chg="mod">
          <ac:chgData name="Guest User" userId="" providerId="Windows Live" clId="Web-{A303D7E4-14FA-F361-4C17-98E4AA3B6721}" dt="2026-05-31T01:56:03" v="4" actId="1076"/>
          <ac:picMkLst>
            <pc:docMk/>
            <pc:sldMk cId="4082758225" sldId="279"/>
            <ac:picMk id="11" creationId="{EB8D513B-CA35-2724-A7B3-42BF402CBFAD}"/>
          </ac:picMkLst>
        </pc:picChg>
      </pc:sldChg>
    </pc:docChg>
  </pc:docChgLst>
  <pc:docChgLst>
    <pc:chgData name="Guest User" providerId="Windows Live" clId="Web-{39FE85EC-18FE-E2AB-A260-F3858CCE05E8}"/>
    <pc:docChg chg="modSld">
      <pc:chgData name="Guest User" userId="" providerId="Windows Live" clId="Web-{39FE85EC-18FE-E2AB-A260-F3858CCE05E8}" dt="2026-06-07T16:41:46.381" v="3"/>
      <pc:docMkLst>
        <pc:docMk/>
      </pc:docMkLst>
      <pc:sldChg chg="modSp">
        <pc:chgData name="Guest User" userId="" providerId="Windows Live" clId="Web-{39FE85EC-18FE-E2AB-A260-F3858CCE05E8}" dt="2026-06-07T16:41:46.381" v="3"/>
        <pc:sldMkLst>
          <pc:docMk/>
          <pc:sldMk cId="875590977" sldId="309"/>
        </pc:sldMkLst>
        <pc:graphicFrameChg chg="mod modGraphic">
          <ac:chgData name="Guest User" userId="" providerId="Windows Live" clId="Web-{39FE85EC-18FE-E2AB-A260-F3858CCE05E8}" dt="2026-06-07T16:41:46.381" v="3"/>
          <ac:graphicFrameMkLst>
            <pc:docMk/>
            <pc:sldMk cId="875590977" sldId="309"/>
            <ac:graphicFrameMk id="6" creationId="{B31D992E-1070-C881-BA8E-9A1E4609A483}"/>
          </ac:graphicFrameMkLst>
        </pc:graphicFrameChg>
      </pc:sldChg>
    </pc:docChg>
  </pc:docChgLst>
  <pc:docChgLst>
    <pc:chgData name="Guest User" providerId="Windows Live" clId="Web-{DEA2BD91-B5B8-9415-EE51-A356E70A0FB6}"/>
    <pc:docChg chg="addSld delSld modSld">
      <pc:chgData name="Guest User" userId="" providerId="Windows Live" clId="Web-{DEA2BD91-B5B8-9415-EE51-A356E70A0FB6}" dt="2026-05-20T08:59:12.220" v="144" actId="20577"/>
      <pc:docMkLst>
        <pc:docMk/>
      </pc:docMkLst>
      <pc:sldChg chg="modSp">
        <pc:chgData name="Guest User" userId="" providerId="Windows Live" clId="Web-{DEA2BD91-B5B8-9415-EE51-A356E70A0FB6}" dt="2026-05-20T08:48:39.487" v="140" actId="1076"/>
        <pc:sldMkLst>
          <pc:docMk/>
          <pc:sldMk cId="1304773272" sldId="269"/>
        </pc:sldMkLst>
      </pc:sldChg>
    </pc:docChg>
  </pc:docChgLst>
  <pc:docChgLst>
    <pc:chgData name="Guest User" providerId="Windows Live" clId="Web-{D9201B8A-2526-B133-E027-975C5BEF775A}"/>
    <pc:docChg chg="addSld modSld">
      <pc:chgData name="Guest User" userId="" providerId="Windows Live" clId="Web-{D9201B8A-2526-B133-E027-975C5BEF775A}" dt="2026-06-08T16:41:40.722" v="105" actId="1076"/>
      <pc:docMkLst>
        <pc:docMk/>
      </pc:docMkLst>
      <pc:sldChg chg="addSp delSp modSp">
        <pc:chgData name="Guest User" userId="" providerId="Windows Live" clId="Web-{D9201B8A-2526-B133-E027-975C5BEF775A}" dt="2026-06-08T16:41:39.191" v="104"/>
        <pc:sldMkLst>
          <pc:docMk/>
          <pc:sldMk cId="742877800" sldId="310"/>
        </pc:sldMkLst>
        <pc:graphicFrameChg chg="mod modGraphic">
          <ac:chgData name="Guest User" userId="" providerId="Windows Live" clId="Web-{D9201B8A-2526-B133-E027-975C5BEF775A}" dt="2026-06-08T16:40:39.267" v="55"/>
          <ac:graphicFrameMkLst>
            <pc:docMk/>
            <pc:sldMk cId="742877800" sldId="310"/>
            <ac:graphicFrameMk id="7" creationId="{352C7DD3-33D5-33DA-D6DD-2EDACEC17061}"/>
          </ac:graphicFrameMkLst>
        </pc:graphicFrameChg>
        <pc:picChg chg="add mod">
          <ac:chgData name="Guest User" userId="" providerId="Windows Live" clId="Web-{D9201B8A-2526-B133-E027-975C5BEF775A}" dt="2026-06-08T16:39:52.547" v="16" actId="1076"/>
          <ac:picMkLst>
            <pc:docMk/>
            <pc:sldMk cId="742877800" sldId="310"/>
            <ac:picMk id="6" creationId="{EFCA45DD-9BDD-60FF-542E-63559B197D5A}"/>
          </ac:picMkLst>
        </pc:picChg>
      </pc:sldChg>
      <pc:sldChg chg="addSp delSp modSp add replId">
        <pc:chgData name="Guest User" userId="" providerId="Windows Live" clId="Web-{D9201B8A-2526-B133-E027-975C5BEF775A}" dt="2026-06-08T16:41:40.722" v="105" actId="1076"/>
        <pc:sldMkLst>
          <pc:docMk/>
          <pc:sldMk cId="3689765744" sldId="311"/>
        </pc:sldMkLst>
        <pc:graphicFrameChg chg="mod modGraphic">
          <ac:chgData name="Guest User" userId="" providerId="Windows Live" clId="Web-{D9201B8A-2526-B133-E027-975C5BEF775A}" dt="2026-06-08T16:41:12.800" v="93"/>
          <ac:graphicFrameMkLst>
            <pc:docMk/>
            <pc:sldMk cId="3689765744" sldId="311"/>
            <ac:graphicFrameMk id="7" creationId="{D82FC40E-F165-DA7C-F323-10EA6BEADAED}"/>
          </ac:graphicFrameMkLst>
        </pc:graphicFrameChg>
        <pc:picChg chg="add mod">
          <ac:chgData name="Guest User" userId="" providerId="Windows Live" clId="Web-{D9201B8A-2526-B133-E027-975C5BEF775A}" dt="2026-06-08T16:41:40.722" v="105" actId="1076"/>
          <ac:picMkLst>
            <pc:docMk/>
            <pc:sldMk cId="3689765744" sldId="311"/>
            <ac:picMk id="3" creationId="{E26CB5B2-1AC5-7380-4191-D8BB3A6EA286}"/>
          </ac:picMkLst>
        </pc:picChg>
      </pc:sldChg>
    </pc:docChg>
  </pc:docChgLst>
  <pc:docChgLst>
    <pc:chgData name="Guest User" providerId="Windows Live" clId="Web-{FE98C7DE-2EEC-5F53-9D51-1E890F16355B}"/>
    <pc:docChg chg="mod modSld modMainMaster">
      <pc:chgData name="Guest User" userId="" providerId="Windows Live" clId="Web-{FE98C7DE-2EEC-5F53-9D51-1E890F16355B}" dt="2026-06-17T00:34:42.069" v="22"/>
      <pc:docMkLst>
        <pc:docMk/>
      </pc:docMkLst>
      <pc:sldChg chg="addSp delSp modSp">
        <pc:chgData name="Guest User" userId="" providerId="Windows Live" clId="Web-{FE98C7DE-2EEC-5F53-9D51-1E890F16355B}" dt="2026-06-17T00:34:39.241" v="21"/>
        <pc:sldMkLst>
          <pc:docMk/>
          <pc:sldMk cId="4075790665" sldId="256"/>
        </pc:sldMkLst>
        <pc:spChg chg="del">
          <ac:chgData name="Guest User" userId="" providerId="Windows Live" clId="Web-{FE98C7DE-2EEC-5F53-9D51-1E890F16355B}" dt="2026-06-17T00:33:27.692" v="0"/>
          <ac:spMkLst>
            <pc:docMk/>
            <pc:sldMk cId="4075790665" sldId="256"/>
            <ac:spMk id="5" creationId="{68BBD1AB-3A39-42C0-F985-CF87E99ECD6E}"/>
          </ac:spMkLst>
        </pc:spChg>
        <pc:spChg chg="add del mod">
          <ac:chgData name="Guest User" userId="" providerId="Windows Live" clId="Web-{FE98C7DE-2EEC-5F53-9D51-1E890F16355B}" dt="2026-06-17T00:34:04.943" v="14"/>
          <ac:spMkLst>
            <pc:docMk/>
            <pc:sldMk cId="4075790665" sldId="256"/>
            <ac:spMk id="7" creationId="{76F5F724-EED5-7B2C-0CA3-FEC06D86045F}"/>
          </ac:spMkLst>
        </pc:spChg>
        <pc:spChg chg="add del mod">
          <ac:chgData name="Guest User" userId="" providerId="Windows Live" clId="Web-{FE98C7DE-2EEC-5F53-9D51-1E890F16355B}" dt="2026-06-17T00:33:30.395" v="3"/>
          <ac:spMkLst>
            <pc:docMk/>
            <pc:sldMk cId="4075790665" sldId="256"/>
            <ac:spMk id="8" creationId="{484B9D45-66C6-057D-A5DC-E413EBF85FA8}"/>
          </ac:spMkLst>
        </pc:spChg>
        <pc:spChg chg="add del mod">
          <ac:chgData name="Guest User" userId="" providerId="Windows Live" clId="Web-{FE98C7DE-2EEC-5F53-9D51-1E890F16355B}" dt="2026-06-17T00:33:42.880" v="7"/>
          <ac:spMkLst>
            <pc:docMk/>
            <pc:sldMk cId="4075790665" sldId="256"/>
            <ac:spMk id="9" creationId="{C44A3E09-21F1-AD0B-A04B-79781429922B}"/>
          </ac:spMkLst>
        </pc:spChg>
        <pc:spChg chg="add del mod">
          <ac:chgData name="Guest User" userId="" providerId="Windows Live" clId="Web-{FE98C7DE-2EEC-5F53-9D51-1E890F16355B}" dt="2026-06-17T00:33:51.333" v="11"/>
          <ac:spMkLst>
            <pc:docMk/>
            <pc:sldMk cId="4075790665" sldId="256"/>
            <ac:spMk id="10" creationId="{E546426A-076E-63D4-399F-18446486C800}"/>
          </ac:spMkLst>
        </pc:spChg>
        <pc:spChg chg="add del mod">
          <ac:chgData name="Guest User" userId="" providerId="Windows Live" clId="Web-{FE98C7DE-2EEC-5F53-9D51-1E890F16355B}" dt="2026-06-17T00:34:25.538" v="19"/>
          <ac:spMkLst>
            <pc:docMk/>
            <pc:sldMk cId="4075790665" sldId="256"/>
            <ac:spMk id="11" creationId="{CE94C0F9-5525-A0E5-D521-3F049A1FAF3E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075790665" sldId="256"/>
            <ac:spMk id="12" creationId="{C2D21C9B-B833-2D8C-E41C-F2011B8C882A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422313594" sldId="262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3422313594" sldId="262"/>
            <ac:spMk id="5" creationId="{ED9C5BC9-C606-23B3-BBE7-9EB2E1BF09AD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3422313594" sldId="262"/>
            <ac:spMk id="7" creationId="{19DF6426-A06C-6C44-27F1-0BEB958EE01E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422313594" sldId="262"/>
            <ac:spMk id="8" creationId="{CF765230-8A42-B44C-721B-76A4CD7FDE9F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91197790" sldId="263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91197790" sldId="263"/>
            <ac:spMk id="3" creationId="{70EB2C4E-3039-917D-FD3C-A0E7985C8D88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91197790" sldId="263"/>
            <ac:spMk id="6" creationId="{058B5533-AF49-2C35-6B03-9673E94A3241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91197790" sldId="263"/>
            <ac:spMk id="8" creationId="{E2A4DE62-56CC-F2DA-5B5A-E3E6188104BE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592261892" sldId="265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1592261892" sldId="265"/>
            <ac:spMk id="3" creationId="{1FABBAB0-C7BE-8612-7459-0F8EF760599A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592261892" sldId="265"/>
            <ac:spMk id="5" creationId="{22E521EC-4831-C5A6-40B3-75DC15C95C42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1592261892" sldId="265"/>
            <ac:spMk id="6" creationId="{152DD840-7626-9F81-1DD3-9398079DE12C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821685529" sldId="266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821685529" sldId="266"/>
            <ac:spMk id="5" creationId="{D7989536-B017-8CF8-0718-C3BDF5ADE124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821685529" sldId="266"/>
            <ac:spMk id="6" creationId="{9E4C57B0-B3A0-6D3A-F879-784D154C8CF8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821685529" sldId="266"/>
            <ac:spMk id="8" creationId="{6306EE08-4E7A-3DFD-5C4D-1348AF268819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417394784" sldId="267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417394784" sldId="267"/>
            <ac:spMk id="6" creationId="{EEB524EB-FDB3-B01B-58D0-28A8916FD5F4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417394784" sldId="267"/>
            <ac:spMk id="7" creationId="{73BB81C4-BDBD-0FF3-DE3C-C75EC9A79BC6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17394784" sldId="267"/>
            <ac:spMk id="8" creationId="{E06EA278-CC17-C6FA-7BE9-105808C4FDA7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2161113051" sldId="268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2161113051" sldId="268"/>
            <ac:spMk id="6" creationId="{8DA3F305-3E98-1089-2416-B1F8AE0186AD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2161113051" sldId="268"/>
            <ac:spMk id="8" creationId="{824F66BE-052B-D09B-A9E6-D14F14517CBB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2161113051" sldId="268"/>
            <ac:spMk id="9" creationId="{B9B63D26-3B33-9F0A-3614-6A240E5D82B5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304773272" sldId="269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1304773272" sldId="269"/>
            <ac:spMk id="6" creationId="{55265822-87BB-7BCF-F67B-1111E492EB9D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1304773272" sldId="269"/>
            <ac:spMk id="11" creationId="{A27D1812-0FD8-8886-A702-7BA35632386F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304773272" sldId="269"/>
            <ac:spMk id="12" creationId="{A5922374-17BC-0D87-224C-39EB8A541E90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2645228629" sldId="270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2645228629" sldId="270"/>
            <ac:spMk id="3" creationId="{D2FB584F-C7DE-19E1-3B31-198ED06D1FA5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2645228629" sldId="270"/>
            <ac:spMk id="5" creationId="{38CA7C25-9FCA-73ED-1DA6-9AC92C057844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2645228629" sldId="270"/>
            <ac:spMk id="6" creationId="{44FAE7C3-1C9F-AF98-DF1C-C32A31AF5FFC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368040129" sldId="271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3368040129" sldId="271"/>
            <ac:spMk id="5" creationId="{1EE67595-E106-78FE-F09B-A24417F24282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3368040129" sldId="271"/>
            <ac:spMk id="6" creationId="{350F19D5-EB63-D3BD-A5C5-4838F6FBAE79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368040129" sldId="271"/>
            <ac:spMk id="10" creationId="{152ED3B5-AD49-489B-FA9C-0BB78AA951FB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572676926" sldId="272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572676926" sldId="272"/>
            <ac:spMk id="5" creationId="{EE467315-3102-1662-18B3-A7301A3F47A5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572676926" sldId="272"/>
            <ac:spMk id="6" creationId="{9A2EDF7C-9793-F02A-8D53-97B5DA8ED41E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572676926" sldId="272"/>
            <ac:spMk id="8" creationId="{62DC73FC-1A40-0298-1E4E-DC8B95074F12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2248191021" sldId="274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2248191021" sldId="274"/>
            <ac:spMk id="3" creationId="{895F4FD9-10AF-D21D-3AE6-97078126C69A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2248191021" sldId="274"/>
            <ac:spMk id="5" creationId="{0D330E3E-BF22-AD87-23C2-B21A7001826F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2248191021" sldId="274"/>
            <ac:spMk id="6" creationId="{7E57C36C-AE9E-6BB7-E5CA-B3298EA2B38F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529053464" sldId="275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529053464" sldId="275"/>
            <ac:spMk id="2" creationId="{2F2F1A02-3FAD-C3E7-9B71-629490FBAD4E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529053464" sldId="275"/>
            <ac:spMk id="6" creationId="{0A90FAB1-3847-CC39-16B0-CC108F1F5785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529053464" sldId="275"/>
            <ac:spMk id="7" creationId="{EB3D6B3D-3FE6-57BB-5157-A279DABC68D1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880182440" sldId="277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3880182440" sldId="277"/>
            <ac:spMk id="3" creationId="{39D074C7-7501-BFAD-5684-528F2EB54F77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880182440" sldId="277"/>
            <ac:spMk id="6" creationId="{0FB53270-E2DD-9FD0-86D7-8F75ADC86D88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3880182440" sldId="277"/>
            <ac:spMk id="7" creationId="{7A4BEB9A-B853-8683-6E4C-1C382F82BA58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4082758225" sldId="279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4082758225" sldId="279"/>
            <ac:spMk id="3" creationId="{C59BA7B0-A173-3336-F45E-EAA4AD5CC752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4082758225" sldId="279"/>
            <ac:spMk id="5" creationId="{EF064500-8DD1-7431-C9F0-621FF126E0D4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082758225" sldId="279"/>
            <ac:spMk id="6" creationId="{303E1E21-FF63-2AE6-2230-3E8E70095D99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255536033" sldId="280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1255536033" sldId="280"/>
            <ac:spMk id="5" creationId="{03F83AC6-E15B-2B78-B066-25E82B7D6081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1255536033" sldId="280"/>
            <ac:spMk id="7" creationId="{A01A67AE-12A2-0555-94E2-5C570CEB069F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255536033" sldId="280"/>
            <ac:spMk id="9" creationId="{BE414E95-879C-AEC5-C81B-BD25BC9B22CA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789156722" sldId="283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789156722" sldId="283"/>
            <ac:spMk id="5" creationId="{994F78DD-E255-AED9-3CD6-E0D0261C30F5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789156722" sldId="283"/>
            <ac:spMk id="7" creationId="{501CF898-FA3D-0F88-8472-83AC559B3057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789156722" sldId="283"/>
            <ac:spMk id="8" creationId="{C78FC9A3-C160-18D8-09A4-68C89FEC64C9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376243490" sldId="284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1376243490" sldId="284"/>
            <ac:spMk id="5" creationId="{B72EE4E7-4FB1-E20F-CAD7-D5C066CC70F1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1376243490" sldId="284"/>
            <ac:spMk id="7" creationId="{003C1BAD-0740-9337-D75F-D0E35E00AC6C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376243490" sldId="284"/>
            <ac:spMk id="8" creationId="{ADE2CFC8-EB1B-BC51-2F8B-378ECDD08CEF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37242776" sldId="286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337242776" sldId="286"/>
            <ac:spMk id="6" creationId="{8DA3F305-3E98-1089-2416-B1F8AE0186AD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337242776" sldId="286"/>
            <ac:spMk id="7" creationId="{C19E1D39-A99F-0C71-1939-2C194815CEAB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37242776" sldId="286"/>
            <ac:spMk id="8" creationId="{C96E2C6C-96FE-BEA1-B0F4-3F7489CF415B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4089858146" sldId="287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4089858146" sldId="287"/>
            <ac:spMk id="6" creationId="{EEBFF2C2-367E-1970-A2CC-F96DEF201F4F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4089858146" sldId="287"/>
            <ac:spMk id="7" creationId="{93447744-E6E7-D62D-182B-B8786EA21626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089858146" sldId="287"/>
            <ac:spMk id="8" creationId="{7072186B-810C-BB45-3E6C-B293B12A54DB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027028098" sldId="288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3027028098" sldId="288"/>
            <ac:spMk id="5" creationId="{5AEBF933-36A5-81CC-90A9-D916D5AFF11A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3027028098" sldId="288"/>
            <ac:spMk id="6" creationId="{B8BFD86A-61F2-552A-2CDD-4DCCAD8C710A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027028098" sldId="288"/>
            <ac:spMk id="7" creationId="{BF6B432F-A593-2F42-FAE3-0C84B60A82E6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2495737889" sldId="289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2495737889" sldId="289"/>
            <ac:spMk id="6" creationId="{9DA64CCE-E4A5-F356-C1F2-4B250D1A3392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2495737889" sldId="289"/>
            <ac:spMk id="7" creationId="{7772ADA6-6D4E-A127-3AB5-039D67380CAE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2495737889" sldId="289"/>
            <ac:spMk id="8" creationId="{AA5C476A-F75E-96E1-7AA2-58F146DE874C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034748137" sldId="290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1034748137" sldId="290"/>
            <ac:spMk id="2" creationId="{503B93B3-C47A-6BC4-64F5-B1E40F6F76DA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1034748137" sldId="290"/>
            <ac:spMk id="5" creationId="{0D91682C-A1E9-ECA3-068B-2D640E9B5645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034748137" sldId="290"/>
            <ac:spMk id="6" creationId="{CD167DA2-FB19-769F-CC45-973C1C12A565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4273319325" sldId="291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4273319325" sldId="291"/>
            <ac:spMk id="5" creationId="{292A5813-A922-54A8-6ECF-578DCD6C05AF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4273319325" sldId="291"/>
            <ac:spMk id="8" creationId="{3B0FC34A-40B3-E47E-1ADA-09C13EE1DF9D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273319325" sldId="291"/>
            <ac:spMk id="9" creationId="{AC1ED9BE-79AB-0813-2FC6-A5D9280509D0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893556421" sldId="292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3893556421" sldId="292"/>
            <ac:spMk id="3" creationId="{3763E9DC-CB5B-9A86-5CDC-B5AE96C5E50F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3893556421" sldId="292"/>
            <ac:spMk id="5" creationId="{A2CFF45A-E5DA-616B-FD54-D1E3722AC573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893556421" sldId="292"/>
            <ac:spMk id="7" creationId="{1FA68E49-A5AA-C38B-13CB-26212260E06C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947045311" sldId="294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947045311" sldId="294"/>
            <ac:spMk id="5" creationId="{6C647C5D-7870-DE97-2365-0BCE8A51B68A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947045311" sldId="294"/>
            <ac:spMk id="6" creationId="{6DEB5642-3777-3C52-153D-0BB4A30F4453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947045311" sldId="294"/>
            <ac:spMk id="7" creationId="{397104E2-1333-4BCC-5CA5-D30E7EC1C33B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4131058967" sldId="295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4131058967" sldId="295"/>
            <ac:spMk id="5" creationId="{16BD95B9-06E7-C504-0306-EEA9970B4F2F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4131058967" sldId="295"/>
            <ac:spMk id="6" creationId="{BE5A8ADB-FC2A-7EBF-1FC8-14B3E6F16701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131058967" sldId="295"/>
            <ac:spMk id="7" creationId="{D275EE2F-5CDC-40D4-D5BA-10C41DD4CF48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698642912" sldId="296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3698642912" sldId="296"/>
            <ac:spMk id="5" creationId="{F8DBB33D-63C4-674A-5D9C-5A7CB2C92F9B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3698642912" sldId="296"/>
            <ac:spMk id="7" creationId="{86485487-2FB5-56AB-AAC9-22E4776BF8AA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698642912" sldId="296"/>
            <ac:spMk id="8" creationId="{74363698-74C6-E729-6AF2-9F9A4EA7F45B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200514275" sldId="297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1200514275" sldId="297"/>
            <ac:spMk id="5" creationId="{2B8D9C83-5EF8-6C1A-1CC9-838981B665B4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1200514275" sldId="297"/>
            <ac:spMk id="7" creationId="{3FCE28BF-5DAB-A236-B29F-0FB5C731CB82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200514275" sldId="297"/>
            <ac:spMk id="8" creationId="{9F81F253-08B0-190B-7BAE-DC0360146353}"/>
          </ac:spMkLst>
        </pc:spChg>
      </pc:sldChg>
      <pc:sldChg chg="addSp delSp modSp">
        <pc:chgData name="Guest User" userId="" providerId="Windows Live" clId="Web-{FE98C7DE-2EEC-5F53-9D51-1E890F16355B}" dt="2026-06-17T00:34:30.475" v="20"/>
        <pc:sldMkLst>
          <pc:docMk/>
          <pc:sldMk cId="2622624282" sldId="298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2622624282" sldId="298"/>
            <ac:spMk id="5" creationId="{A5A015D1-527D-08BB-0F92-00021F344B15}"/>
          </ac:spMkLst>
        </pc:spChg>
        <pc:spChg chg="add del mod">
          <ac:chgData name="Guest User" userId="" providerId="Windows Live" clId="Web-{FE98C7DE-2EEC-5F53-9D51-1E890F16355B}" dt="2026-06-17T00:33:47.568" v="8"/>
          <ac:spMkLst>
            <pc:docMk/>
            <pc:sldMk cId="2622624282" sldId="298"/>
            <ac:spMk id="6" creationId="{B4E6A165-BE21-DBA7-07C9-974259D85C25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2622624282" sldId="298"/>
            <ac:spMk id="7" creationId="{E2F8DB8B-F6F6-66E1-AA94-326EBB596392}"/>
          </ac:spMkLst>
        </pc:spChg>
        <pc:spChg chg="add mod">
          <ac:chgData name="Guest User" userId="" providerId="Windows Live" clId="Web-{FE98C7DE-2EEC-5F53-9D51-1E890F16355B}" dt="2026-06-17T00:34:30.475" v="20"/>
          <ac:spMkLst>
            <pc:docMk/>
            <pc:sldMk cId="2622624282" sldId="298"/>
            <ac:spMk id="8" creationId="{90A007D9-8614-5441-32EA-27C3C2265D37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357055956" sldId="299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1357055956" sldId="299"/>
            <ac:spMk id="5" creationId="{637C9BE7-1590-2549-FA05-2631714765DB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1357055956" sldId="299"/>
            <ac:spMk id="6" creationId="{4771FA05-10FF-BC06-7D11-A4AC9E3D65EC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357055956" sldId="299"/>
            <ac:spMk id="7" creationId="{9C103B5E-071B-0B34-AC57-96755EC7AF5C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2846859454" sldId="300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2846859454" sldId="300"/>
            <ac:spMk id="5" creationId="{6677143A-CAF9-02A5-4EF8-D346B30A6E1D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2846859454" sldId="300"/>
            <ac:spMk id="6" creationId="{E92C6793-F3B9-CFF1-4AEB-8182EFF5974D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2846859454" sldId="300"/>
            <ac:spMk id="7" creationId="{E90A02D2-DC09-41C7-DA02-FA86327F2F09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549278252" sldId="301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3549278252" sldId="301"/>
            <ac:spMk id="5" creationId="{23EF6630-1CE4-420E-0DF4-8A44F93BA500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3549278252" sldId="301"/>
            <ac:spMk id="6" creationId="{CC0401E2-A737-3C1D-3824-54E23633FA3B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549278252" sldId="301"/>
            <ac:spMk id="7" creationId="{CFF27F53-9290-C21C-211F-1C2936C0ABD3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1601488717" sldId="303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1601488717" sldId="303"/>
            <ac:spMk id="5" creationId="{3CCD7ED5-C241-36C1-F831-F03E63C33C71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1601488717" sldId="303"/>
            <ac:spMk id="6" creationId="{0BA07186-BA08-048F-4C9F-D6D50A23118D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1601488717" sldId="303"/>
            <ac:spMk id="7" creationId="{B2C6E3C4-E3E0-7273-BB56-2DBF128C1134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542184893" sldId="304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3542184893" sldId="304"/>
            <ac:spMk id="5" creationId="{C77B1CB9-6B87-B9F7-146F-A37EC2B6B762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3542184893" sldId="304"/>
            <ac:spMk id="6" creationId="{1CAFCD25-FBD7-5868-91F2-47CC955B9A37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542184893" sldId="304"/>
            <ac:spMk id="7" creationId="{85097201-D05D-C5C2-2277-E22CDD2CDE0B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4170946094" sldId="305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4170946094" sldId="305"/>
            <ac:spMk id="5" creationId="{49E7E349-D84D-92EF-D815-4583F884F287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4170946094" sldId="305"/>
            <ac:spMk id="6" creationId="{084DB37F-6264-28C8-932D-EFD71CE6545A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170946094" sldId="305"/>
            <ac:spMk id="8" creationId="{E6A3A3BE-9387-0FCA-B9D3-89007693148B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865936089" sldId="306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3865936089" sldId="306"/>
            <ac:spMk id="3" creationId="{5C76582A-34FA-C9ED-D1B1-1FD36CF04331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3865936089" sldId="306"/>
            <ac:spMk id="5" creationId="{BE8E1BCD-4AEA-4067-7CF8-099834F48B06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865936089" sldId="306"/>
            <ac:spMk id="6" creationId="{1BFF0369-24F0-87EE-4947-BFFECAC40B4F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2976931440" sldId="307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2976931440" sldId="307"/>
            <ac:spMk id="5" creationId="{23ADC15D-F3FC-C0F2-DC86-EA73A82AAA0F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2976931440" sldId="307"/>
            <ac:spMk id="7" creationId="{2935AAA2-4C0C-2CAE-6113-04FA2F8674F4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2976931440" sldId="307"/>
            <ac:spMk id="8" creationId="{DD0BE298-1D76-9FD3-9D4E-FD9803ED0E86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482197589" sldId="308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482197589" sldId="308"/>
            <ac:spMk id="3" creationId="{66C7FB40-17A3-05D6-8909-A02B49423B5C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482197589" sldId="308"/>
            <ac:spMk id="5" creationId="{D9C61A0E-638A-114F-958F-A8B4F7951B1A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482197589" sldId="308"/>
            <ac:spMk id="6" creationId="{56FE52C0-8E31-4518-09B8-B041896AB356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875590977" sldId="309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875590977" sldId="309"/>
            <ac:spMk id="3" creationId="{24AEBE5C-B747-5D28-782B-55BA3B080779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875590977" sldId="309"/>
            <ac:spMk id="5" creationId="{B64EEE09-77B8-3DD3-94A5-6D4CD2303DDF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875590977" sldId="309"/>
            <ac:spMk id="7" creationId="{77E5BC81-5C2D-EB83-7A6B-3E5A0844F404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742877800" sldId="310"/>
        </pc:sldMkLst>
        <pc:spChg chg="add del mod">
          <ac:chgData name="Guest User" userId="" providerId="Windows Live" clId="Web-{FE98C7DE-2EEC-5F53-9D51-1E890F16355B}" dt="2026-06-17T00:33:54.833" v="12"/>
          <ac:spMkLst>
            <pc:docMk/>
            <pc:sldMk cId="742877800" sldId="310"/>
            <ac:spMk id="3" creationId="{B566F0A8-2DC7-BACC-92B8-2DF075A7D315}"/>
          </ac:spMkLst>
        </pc:spChg>
        <pc:spChg chg="del">
          <ac:chgData name="Guest User" userId="" providerId="Windows Live" clId="Web-{FE98C7DE-2EEC-5F53-9D51-1E890F16355B}" dt="2026-06-17T00:34:12.522" v="15"/>
          <ac:spMkLst>
            <pc:docMk/>
            <pc:sldMk cId="742877800" sldId="310"/>
            <ac:spMk id="5" creationId="{DE1558BE-A561-E36D-F071-FC176AEDA655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742877800" sldId="310"/>
            <ac:spMk id="8" creationId="{3F4D89C3-72DD-E752-2E2D-F658297EFFFF}"/>
          </ac:spMkLst>
        </pc:spChg>
      </pc:sldChg>
      <pc:sldChg chg="addSp delSp modSp">
        <pc:chgData name="Guest User" userId="" providerId="Windows Live" clId="Web-{FE98C7DE-2EEC-5F53-9D51-1E890F16355B}" dt="2026-06-17T00:34:39.241" v="21"/>
        <pc:sldMkLst>
          <pc:docMk/>
          <pc:sldMk cId="3689765744" sldId="311"/>
        </pc:sldMkLst>
        <pc:spChg chg="del">
          <ac:chgData name="Guest User" userId="" providerId="Windows Live" clId="Web-{FE98C7DE-2EEC-5F53-9D51-1E890F16355B}" dt="2026-06-17T00:34:12.522" v="15"/>
          <ac:spMkLst>
            <pc:docMk/>
            <pc:sldMk cId="3689765744" sldId="311"/>
            <ac:spMk id="5" creationId="{D2F81C24-1A90-82A8-5A88-AF375018C811}"/>
          </ac:spMkLst>
        </pc:spChg>
        <pc:spChg chg="add del mod">
          <ac:chgData name="Guest User" userId="" providerId="Windows Live" clId="Web-{FE98C7DE-2EEC-5F53-9D51-1E890F16355B}" dt="2026-06-17T00:33:54.833" v="12"/>
          <ac:spMkLst>
            <pc:docMk/>
            <pc:sldMk cId="3689765744" sldId="311"/>
            <ac:spMk id="6" creationId="{5DFD343A-1063-E09D-9B61-493944407CEE}"/>
          </ac:spMkLst>
        </pc:spChg>
        <pc:spChg chg="add mod">
          <ac:chgData name="Guest User" userId="" providerId="Windows Live" clId="Web-{FE98C7DE-2EEC-5F53-9D51-1E890F16355B}" dt="2026-06-17T00:34:39.241" v="21"/>
          <ac:spMkLst>
            <pc:docMk/>
            <pc:sldMk cId="3689765744" sldId="311"/>
            <ac:spMk id="8" creationId="{4C30334B-E053-56C3-2D74-D757B42F4982}"/>
          </ac:spMkLst>
        </pc:spChg>
      </pc:sldChg>
      <pc:sldMasterChg chg="modSp mod modSldLayout">
        <pc:chgData name="Guest User" userId="" providerId="Windows Live" clId="Web-{FE98C7DE-2EEC-5F53-9D51-1E890F16355B}" dt="2026-06-17T00:34:42.069" v="22"/>
        <pc:sldMasterMkLst>
          <pc:docMk/>
          <pc:sldMasterMk cId="12961717" sldId="2147483660"/>
        </pc:sldMasterMkLst>
        <pc:spChg chg="mod">
          <ac:chgData name="Guest User" userId="" providerId="Windows Live" clId="Web-{FE98C7DE-2EEC-5F53-9D51-1E890F16355B}" dt="2026-06-17T00:33:36.817" v="5"/>
          <ac:spMkLst>
            <pc:docMk/>
            <pc:sldMasterMk cId="12961717" sldId="2147483660"/>
            <ac:spMk id="5" creationId="{D19B6B78-577F-43F5-BAEE-BF72484C9850}"/>
          </ac:spMkLst>
        </pc:sp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1604254138" sldId="2147483661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1604254138" sldId="2147483661"/>
              <ac:spMk id="5" creationId="{52680305-1AD7-482D-BFFD-6CDB83AB39A4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2052214450" sldId="2147483662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2052214450" sldId="2147483662"/>
              <ac:spMk id="5" creationId="{39D13D38-5DF1-443B-8A12-71E834FDC6A1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3124172375" sldId="2147483663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3124172375" sldId="2147483663"/>
              <ac:spMk id="5" creationId="{B1DB149C-CC63-4E3A-A83D-EF637EB51979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3457784019" sldId="2147483664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3457784019" sldId="2147483664"/>
              <ac:spMk id="6" creationId="{8AF334AD-FB29-4355-B5CF-85E61B4F3409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252133700" sldId="2147483665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252133700" sldId="2147483665"/>
              <ac:spMk id="8" creationId="{9153F7EF-507C-4CB3-86C5-8B34FFFC1D86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838824120" sldId="2147483666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838824120" sldId="2147483666"/>
              <ac:spMk id="4" creationId="{68BF8F05-876F-49D8-AE30-5BB2A91ECD59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3761574632" sldId="2147483667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3761574632" sldId="2147483667"/>
              <ac:spMk id="3" creationId="{3E021C19-210E-46B0-9036-5D8AECC9260C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526197405" sldId="2147483668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526197405" sldId="2147483668"/>
              <ac:spMk id="6" creationId="{78042128-DAB4-481C-BEE6-3523E8E88BAD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3132002425" sldId="2147483669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3132002425" sldId="2147483669"/>
              <ac:spMk id="6" creationId="{422E5541-B6DE-45E8-BCFE-0DFC4F574079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1485213033" sldId="2147483670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1485213033" sldId="2147483670"/>
              <ac:spMk id="5" creationId="{06647FC7-8124-4F70-A849-B6BCC5189CC3}"/>
            </ac:spMkLst>
          </pc:spChg>
        </pc:sldLayoutChg>
        <pc:sldLayoutChg chg="modSp mod">
          <pc:chgData name="Guest User" userId="" providerId="Windows Live" clId="Web-{FE98C7DE-2EEC-5F53-9D51-1E890F16355B}" dt="2026-06-17T00:34:42.069" v="22"/>
          <pc:sldLayoutMkLst>
            <pc:docMk/>
            <pc:sldMasterMk cId="12961717" sldId="2147483660"/>
            <pc:sldLayoutMk cId="2015978815" sldId="2147483671"/>
          </pc:sldLayoutMkLst>
          <pc:spChg chg="mod">
            <ac:chgData name="Guest User" userId="" providerId="Windows Live" clId="Web-{FE98C7DE-2EEC-5F53-9D51-1E890F16355B}" dt="2026-06-17T00:33:36.817" v="5"/>
            <ac:spMkLst>
              <pc:docMk/>
              <pc:sldMasterMk cId="12961717" sldId="2147483660"/>
              <pc:sldLayoutMk cId="2015978815" sldId="2147483671"/>
              <ac:spMk id="5" creationId="{55021651-B786-4A39-A10F-F5231D0A2C5E}"/>
            </ac:spMkLst>
          </pc:spChg>
        </pc:sldLayoutChg>
      </pc:sldMasterChg>
    </pc:docChg>
  </pc:docChgLst>
  <pc:docChgLst>
    <pc:chgData name="Guest User" providerId="Windows Live" clId="Web-{522286F6-CA1A-43E9-2A57-9EF849179A8B}"/>
    <pc:docChg chg="modSld">
      <pc:chgData name="Guest User" userId="" providerId="Windows Live" clId="Web-{522286F6-CA1A-43E9-2A57-9EF849179A8B}" dt="2026-05-20T04:40:16.815" v="16" actId="1076"/>
      <pc:docMkLst>
        <pc:docMk/>
      </pc:docMkLst>
      <pc:sldChg chg="modSp">
        <pc:chgData name="Guest User" userId="" providerId="Windows Live" clId="Web-{522286F6-CA1A-43E9-2A57-9EF849179A8B}" dt="2026-05-20T04:37:57.253" v="13" actId="20577"/>
        <pc:sldMkLst>
          <pc:docMk/>
          <pc:sldMk cId="4075790665" sldId="256"/>
        </pc:sldMkLst>
        <pc:spChg chg="mod">
          <ac:chgData name="Guest User" userId="" providerId="Windows Live" clId="Web-{522286F6-CA1A-43E9-2A57-9EF849179A8B}" dt="2026-05-20T04:37:52.503" v="9" actId="20577"/>
          <ac:spMkLst>
            <pc:docMk/>
            <pc:sldMk cId="4075790665" sldId="256"/>
            <ac:spMk id="2" creationId="{98B1D719-A7E4-BBE0-D941-7E30B90A3A67}"/>
          </ac:spMkLst>
        </pc:spChg>
        <pc:spChg chg="mod">
          <ac:chgData name="Guest User" userId="" providerId="Windows Live" clId="Web-{522286F6-CA1A-43E9-2A57-9EF849179A8B}" dt="2026-05-20T04:37:57.253" v="13" actId="20577"/>
          <ac:spMkLst>
            <pc:docMk/>
            <pc:sldMk cId="4075790665" sldId="256"/>
            <ac:spMk id="4" creationId="{ADD2DA4C-6343-2394-9C23-6E251E95BB1F}"/>
          </ac:spMkLst>
        </pc:spChg>
      </pc:sldChg>
      <pc:sldChg chg="modSp">
        <pc:chgData name="Guest User" userId="" providerId="Windows Live" clId="Web-{522286F6-CA1A-43E9-2A57-9EF849179A8B}" dt="2026-05-20T04:40:16.815" v="16" actId="1076"/>
        <pc:sldMkLst>
          <pc:docMk/>
          <pc:sldMk cId="529053464" sldId="275"/>
        </pc:sldMkLst>
      </pc:sldChg>
    </pc:docChg>
  </pc:docChgLst>
  <pc:docChgLst>
    <pc:chgData name="Guest User" providerId="Windows Live" clId="Web-{AC001691-EFC0-3F90-2235-058D051C329D}"/>
    <pc:docChg chg="modSld modMainMaster">
      <pc:chgData name="Guest User" userId="" providerId="Windows Live" clId="Web-{AC001691-EFC0-3F90-2235-058D051C329D}" dt="2026-05-25T07:25:20.141" v="66" actId="1076"/>
      <pc:docMkLst>
        <pc:docMk/>
      </pc:docMkLst>
      <pc:sldChg chg="modSp">
        <pc:chgData name="Guest User" userId="" providerId="Windows Live" clId="Web-{AC001691-EFC0-3F90-2235-058D051C329D}" dt="2026-05-25T06:43:39.373" v="25" actId="20577"/>
        <pc:sldMkLst>
          <pc:docMk/>
          <pc:sldMk cId="4075790665" sldId="256"/>
        </pc:sldMkLst>
        <pc:spChg chg="mod">
          <ac:chgData name="Guest User" userId="" providerId="Windows Live" clId="Web-{AC001691-EFC0-3F90-2235-058D051C329D}" dt="2026-05-25T06:43:39.373" v="25" actId="20577"/>
          <ac:spMkLst>
            <pc:docMk/>
            <pc:sldMk cId="4075790665" sldId="256"/>
            <ac:spMk id="3" creationId="{0E6D31A7-FA1E-F721-42C2-66D265458DF0}"/>
          </ac:spMkLst>
        </pc:spChg>
        <pc:spChg chg="mod">
          <ac:chgData name="Guest User" userId="" providerId="Windows Live" clId="Web-{AC001691-EFC0-3F90-2235-058D051C329D}" dt="2026-05-25T04:47:11.095" v="21" actId="20577"/>
          <ac:spMkLst>
            <pc:docMk/>
            <pc:sldMk cId="4075790665" sldId="256"/>
            <ac:spMk id="6" creationId="{E0209A41-AA0C-BF9E-6BBF-5C806868FF0E}"/>
          </ac:spMkLst>
        </pc:spChg>
      </pc:sldChg>
      <pc:sldChg chg="addSp delSp modSp">
        <pc:chgData name="Guest User" userId="" providerId="Windows Live" clId="Web-{AC001691-EFC0-3F90-2235-058D051C329D}" dt="2026-05-25T07:21:54.390" v="44"/>
        <pc:sldMkLst>
          <pc:docMk/>
          <pc:sldMk cId="2161113051" sldId="268"/>
        </pc:sldMkLst>
      </pc:sldChg>
      <pc:sldChg chg="modSp">
        <pc:chgData name="Guest User" userId="" providerId="Windows Live" clId="Web-{AC001691-EFC0-3F90-2235-058D051C329D}" dt="2026-05-25T07:20:01.890" v="30"/>
        <pc:sldMkLst>
          <pc:docMk/>
          <pc:sldMk cId="2645228629" sldId="270"/>
        </pc:sldMkLst>
        <pc:graphicFrameChg chg="modGraphic">
          <ac:chgData name="Guest User" userId="" providerId="Windows Live" clId="Web-{AC001691-EFC0-3F90-2235-058D051C329D}" dt="2026-05-25T07:20:01.890" v="30"/>
          <ac:graphicFrameMkLst>
            <pc:docMk/>
            <pc:sldMk cId="2645228629" sldId="270"/>
            <ac:graphicFrameMk id="8" creationId="{1B357175-38E8-F05F-5038-BBBE7D94AC12}"/>
          </ac:graphicFrameMkLst>
        </pc:graphicFrameChg>
      </pc:sldChg>
      <pc:sldMasterChg chg="mod modSldLayout">
        <pc:chgData name="Guest User" userId="" providerId="Windows Live" clId="Web-{AC001691-EFC0-3F90-2235-058D051C329D}" dt="2026-05-25T06:44:16.593" v="28"/>
        <pc:sldMasterMkLst>
          <pc:docMk/>
          <pc:sldMasterMk cId="12961717" sldId="2147483660"/>
        </pc:sldMasterMkLst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1604254138" sldId="2147483661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2052214450" sldId="2147483662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3124172375" sldId="2147483663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3457784019" sldId="2147483664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252133700" sldId="2147483665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838824120" sldId="2147483666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3761574632" sldId="2147483667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526197405" sldId="2147483668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3132002425" sldId="2147483669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1485213033" sldId="2147483670"/>
          </pc:sldLayoutMkLst>
        </pc:sldLayoutChg>
        <pc:sldLayoutChg chg="mod">
          <pc:chgData name="Guest User" userId="" providerId="Windows Live" clId="Web-{AC001691-EFC0-3F90-2235-058D051C329D}" dt="2026-05-25T06:44:16.593" v="28"/>
          <pc:sldLayoutMkLst>
            <pc:docMk/>
            <pc:sldMasterMk cId="12961717" sldId="2147483660"/>
            <pc:sldLayoutMk cId="2015978815" sldId="2147483671"/>
          </pc:sldLayoutMkLst>
        </pc:sldLayoutChg>
      </pc:sldMasterChg>
    </pc:docChg>
  </pc:docChgLst>
  <pc:docChgLst>
    <pc:chgData name="Guest User" providerId="Windows Live" clId="Web-{730971C5-F7CC-ECA6-1DF2-919ABE3E645C}"/>
    <pc:docChg chg="modSld">
      <pc:chgData name="Guest User" userId="" providerId="Windows Live" clId="Web-{730971C5-F7CC-ECA6-1DF2-919ABE3E645C}" dt="2026-05-25T07:44:34.454" v="121" actId="1076"/>
      <pc:docMkLst>
        <pc:docMk/>
      </pc:docMkLst>
    </pc:docChg>
  </pc:docChgLst>
  <pc:docChgLst>
    <pc:chgData name="Guest User" providerId="Windows Live" clId="Web-{DFAED2C5-25D9-48BB-48F8-C2F76F1D49EB}"/>
    <pc:docChg chg="addSld modSld">
      <pc:chgData name="Guest User" userId="" providerId="Windows Live" clId="Web-{DFAED2C5-25D9-48BB-48F8-C2F76F1D49EB}" dt="2026-05-19T17:31:27.333" v="31" actId="14100"/>
      <pc:docMkLst>
        <pc:docMk/>
      </pc:docMkLst>
      <pc:sldChg chg="addSp delSp modSp new">
        <pc:chgData name="Guest User" userId="" providerId="Windows Live" clId="Web-{DFAED2C5-25D9-48BB-48F8-C2F76F1D49EB}" dt="2026-05-19T17:28:41.482" v="28" actId="14100"/>
        <pc:sldMkLst>
          <pc:docMk/>
          <pc:sldMk cId="1255536033" sldId="280"/>
        </pc:sldMkLst>
        <pc:spChg chg="mod">
          <ac:chgData name="Guest User" userId="" providerId="Windows Live" clId="Web-{DFAED2C5-25D9-48BB-48F8-C2F76F1D49EB}" dt="2026-05-19T16:18:20.284" v="8" actId="20577"/>
          <ac:spMkLst>
            <pc:docMk/>
            <pc:sldMk cId="1255536033" sldId="280"/>
            <ac:spMk id="2" creationId="{EA0C7D5B-85E1-3003-7B84-421D9432E61C}"/>
          </ac:spMkLst>
        </pc:spChg>
        <pc:picChg chg="add mod ord">
          <ac:chgData name="Guest User" userId="" providerId="Windows Live" clId="Web-{DFAED2C5-25D9-48BB-48F8-C2F76F1D49EB}" dt="2026-05-19T17:28:41.482" v="28" actId="14100"/>
          <ac:picMkLst>
            <pc:docMk/>
            <pc:sldMk cId="1255536033" sldId="280"/>
            <ac:picMk id="8" creationId="{98AD264C-92E2-DD41-A641-DC8C53ADF2E3}"/>
          </ac:picMkLst>
        </pc:picChg>
      </pc:sldChg>
    </pc:docChg>
  </pc:docChgLst>
  <pc:docChgLst>
    <pc:chgData name="Guest User" providerId="Windows Live" clId="Web-{312CB366-1AD5-86B8-FB96-51F8A6717128}"/>
    <pc:docChg chg="sldOrd">
      <pc:chgData name="Guest User" userId="" providerId="Windows Live" clId="Web-{312CB366-1AD5-86B8-FB96-51F8A6717128}" dt="2026-05-27T13:34:30.951" v="1"/>
      <pc:docMkLst>
        <pc:docMk/>
      </pc:docMkLst>
    </pc:docChg>
  </pc:docChgLst>
  <pc:docChgLst>
    <pc:chgData name="Guest User" providerId="Windows Live" clId="Web-{2912A7C4-9AEF-3DCE-4455-D4B656B472DD}"/>
    <pc:docChg chg="modSld">
      <pc:chgData name="Guest User" userId="" providerId="Windows Live" clId="Web-{2912A7C4-9AEF-3DCE-4455-D4B656B472DD}" dt="2026-05-27T19:21:10.897" v="521" actId="20577"/>
      <pc:docMkLst>
        <pc:docMk/>
      </pc:docMkLst>
      <pc:sldChg chg="modSp">
        <pc:chgData name="Guest User" userId="" providerId="Windows Live" clId="Web-{2912A7C4-9AEF-3DCE-4455-D4B656B472DD}" dt="2026-05-27T16:41:31.275" v="17" actId="20577"/>
        <pc:sldMkLst>
          <pc:docMk/>
          <pc:sldMk cId="4075790665" sldId="256"/>
        </pc:sldMkLst>
        <pc:spChg chg="mod">
          <ac:chgData name="Guest User" userId="" providerId="Windows Live" clId="Web-{2912A7C4-9AEF-3DCE-4455-D4B656B472DD}" dt="2026-05-27T16:41:31.275" v="17" actId="20577"/>
          <ac:spMkLst>
            <pc:docMk/>
            <pc:sldMk cId="4075790665" sldId="256"/>
            <ac:spMk id="2" creationId="{98B1D719-A7E4-BBE0-D941-7E30B90A3A67}"/>
          </ac:spMkLst>
        </pc:spChg>
        <pc:spChg chg="mod">
          <ac:chgData name="Guest User" userId="" providerId="Windows Live" clId="Web-{2912A7C4-9AEF-3DCE-4455-D4B656B472DD}" dt="2026-05-27T16:41:28.993" v="15" actId="20577"/>
          <ac:spMkLst>
            <pc:docMk/>
            <pc:sldMk cId="4075790665" sldId="256"/>
            <ac:spMk id="4" creationId="{ADD2DA4C-6343-2394-9C23-6E251E95BB1F}"/>
          </ac:spMkLst>
        </pc:spChg>
      </pc:sldChg>
      <pc:sldChg chg="addSp delSp modSp">
        <pc:chgData name="Guest User" userId="" providerId="Windows Live" clId="Web-{2912A7C4-9AEF-3DCE-4455-D4B656B472DD}" dt="2026-05-27T19:19:38.585" v="513" actId="1076"/>
        <pc:sldMkLst>
          <pc:docMk/>
          <pc:sldMk cId="91197790" sldId="263"/>
        </pc:sldMkLst>
        <pc:spChg chg="mod">
          <ac:chgData name="Guest User" userId="" providerId="Windows Live" clId="Web-{2912A7C4-9AEF-3DCE-4455-D4B656B472DD}" dt="2026-05-27T19:19:38.585" v="513" actId="1076"/>
          <ac:spMkLst>
            <pc:docMk/>
            <pc:sldMk cId="91197790" sldId="263"/>
            <ac:spMk id="5" creationId="{9F8759DB-4B54-A96C-0E5C-A37E52477460}"/>
          </ac:spMkLst>
        </pc:spChg>
        <pc:spChg chg="add mod">
          <ac:chgData name="Guest User" userId="" providerId="Windows Live" clId="Web-{2912A7C4-9AEF-3DCE-4455-D4B656B472DD}" dt="2026-05-27T18:03:46.113" v="104"/>
          <ac:spMkLst>
            <pc:docMk/>
            <pc:sldMk cId="91197790" sldId="263"/>
            <ac:spMk id="7" creationId="{1C05CB2B-A119-A8F3-7CF8-2BD60B6F8E6E}"/>
          </ac:spMkLst>
        </pc:spChg>
        <pc:picChg chg="mod">
          <ac:chgData name="Guest User" userId="" providerId="Windows Live" clId="Web-{2912A7C4-9AEF-3DCE-4455-D4B656B472DD}" dt="2026-05-27T19:09:21.523" v="351" actId="1076"/>
          <ac:picMkLst>
            <pc:docMk/>
            <pc:sldMk cId="91197790" sldId="263"/>
            <ac:picMk id="4" creationId="{434304E4-BE38-B15F-A56D-4DD087B283CF}"/>
          </ac:picMkLst>
        </pc:picChg>
      </pc:sldChg>
      <pc:sldChg chg="mod modShow">
        <pc:chgData name="Guest User" userId="" providerId="Windows Live" clId="Web-{2912A7C4-9AEF-3DCE-4455-D4B656B472DD}" dt="2026-05-27T18:04:05.613" v="106"/>
        <pc:sldMkLst>
          <pc:docMk/>
          <pc:sldMk cId="1592261892" sldId="265"/>
        </pc:sldMkLst>
      </pc:sldChg>
      <pc:sldChg chg="addSp modSp">
        <pc:chgData name="Guest User" userId="" providerId="Windows Live" clId="Web-{2912A7C4-9AEF-3DCE-4455-D4B656B472DD}" dt="2026-05-27T17:40:41.316" v="96"/>
        <pc:sldMkLst>
          <pc:docMk/>
          <pc:sldMk cId="821685529" sldId="266"/>
        </pc:sldMkLst>
        <pc:spChg chg="add mod">
          <ac:chgData name="Guest User" userId="" providerId="Windows Live" clId="Web-{2912A7C4-9AEF-3DCE-4455-D4B656B472DD}" dt="2026-05-27T17:40:41.316" v="96"/>
          <ac:spMkLst>
            <pc:docMk/>
            <pc:sldMk cId="821685529" sldId="266"/>
            <ac:spMk id="3" creationId="{4C0331D5-2A40-1A86-50FB-E6DED224B660}"/>
          </ac:spMkLst>
        </pc:spChg>
      </pc:sldChg>
      <pc:sldChg chg="addSp modSp">
        <pc:chgData name="Guest User" userId="" providerId="Windows Live" clId="Web-{2912A7C4-9AEF-3DCE-4455-D4B656B472DD}" dt="2026-05-27T18:59:31.756" v="339" actId="20577"/>
        <pc:sldMkLst>
          <pc:docMk/>
          <pc:sldMk cId="417394784" sldId="267"/>
        </pc:sldMkLst>
        <pc:spChg chg="mod">
          <ac:chgData name="Guest User" userId="" providerId="Windows Live" clId="Web-{2912A7C4-9AEF-3DCE-4455-D4B656B472DD}" dt="2026-05-27T18:59:31.756" v="339" actId="20577"/>
          <ac:spMkLst>
            <pc:docMk/>
            <pc:sldMk cId="417394784" sldId="267"/>
            <ac:spMk id="2" creationId="{A81C54D6-8128-28CC-5329-5A72CF3B258B}"/>
          </ac:spMkLst>
        </pc:spChg>
        <pc:spChg chg="mod">
          <ac:chgData name="Guest User" userId="" providerId="Windows Live" clId="Web-{2912A7C4-9AEF-3DCE-4455-D4B656B472DD}" dt="2026-05-27T17:05:53.431" v="68" actId="20577"/>
          <ac:spMkLst>
            <pc:docMk/>
            <pc:sldMk cId="417394784" sldId="267"/>
            <ac:spMk id="3" creationId="{759F985E-8378-D747-E680-B9CB94B91EEF}"/>
          </ac:spMkLst>
        </pc:spChg>
        <pc:spChg chg="add mod">
          <ac:chgData name="Guest User" userId="" providerId="Windows Live" clId="Web-{2912A7C4-9AEF-3DCE-4455-D4B656B472DD}" dt="2026-05-27T17:07:07.550" v="84" actId="20577"/>
          <ac:spMkLst>
            <pc:docMk/>
            <pc:sldMk cId="417394784" sldId="267"/>
            <ac:spMk id="5" creationId="{76CE9917-D2C7-CE21-F625-A77F77684D47}"/>
          </ac:spMkLst>
        </pc:spChg>
      </pc:sldChg>
      <pc:sldChg chg="mod modShow">
        <pc:chgData name="Guest User" userId="" providerId="Windows Live" clId="Web-{2912A7C4-9AEF-3DCE-4455-D4B656B472DD}" dt="2026-05-27T18:03:52.582" v="105"/>
        <pc:sldMkLst>
          <pc:docMk/>
          <pc:sldMk cId="2645228629" sldId="270"/>
        </pc:sldMkLst>
      </pc:sldChg>
      <pc:sldChg chg="addSp modSp">
        <pc:chgData name="Guest User" userId="" providerId="Windows Live" clId="Web-{2912A7C4-9AEF-3DCE-4455-D4B656B472DD}" dt="2026-05-27T19:00:40.272" v="344" actId="20577"/>
        <pc:sldMkLst>
          <pc:docMk/>
          <pc:sldMk cId="572676926" sldId="272"/>
        </pc:sldMkLst>
        <pc:spChg chg="mod">
          <ac:chgData name="Guest User" userId="" providerId="Windows Live" clId="Web-{2912A7C4-9AEF-3DCE-4455-D4B656B472DD}" dt="2026-05-27T19:00:40.272" v="344" actId="20577"/>
          <ac:spMkLst>
            <pc:docMk/>
            <pc:sldMk cId="572676926" sldId="272"/>
            <ac:spMk id="2" creationId="{0B5941EE-7DDB-8A7D-90E0-A5ADDEF1AF64}"/>
          </ac:spMkLst>
        </pc:spChg>
        <pc:spChg chg="add mod">
          <ac:chgData name="Guest User" userId="" providerId="Windows Live" clId="Web-{2912A7C4-9AEF-3DCE-4455-D4B656B472DD}" dt="2026-05-27T17:04:57.820" v="61" actId="1076"/>
          <ac:spMkLst>
            <pc:docMk/>
            <pc:sldMk cId="572676926" sldId="272"/>
            <ac:spMk id="3" creationId="{E6848A9A-0CBE-4B5F-E358-268F43D1AA28}"/>
          </ac:spMkLst>
        </pc:spChg>
      </pc:sldChg>
      <pc:sldChg chg="modSp">
        <pc:chgData name="Guest User" userId="" providerId="Windows Live" clId="Web-{2912A7C4-9AEF-3DCE-4455-D4B656B472DD}" dt="2026-05-27T19:00:51.663" v="346" actId="20577"/>
        <pc:sldMkLst>
          <pc:docMk/>
          <pc:sldMk cId="2248191021" sldId="274"/>
        </pc:sldMkLst>
        <pc:spChg chg="mod">
          <ac:chgData name="Guest User" userId="" providerId="Windows Live" clId="Web-{2912A7C4-9AEF-3DCE-4455-D4B656B472DD}" dt="2026-05-27T19:00:51.663" v="346" actId="20577"/>
          <ac:spMkLst>
            <pc:docMk/>
            <pc:sldMk cId="2248191021" sldId="274"/>
            <ac:spMk id="2" creationId="{F2815DEF-CD82-CB7F-59AF-B4AECDEDB204}"/>
          </ac:spMkLst>
        </pc:spChg>
      </pc:sldChg>
      <pc:sldChg chg="addSp modSp">
        <pc:chgData name="Guest User" userId="" providerId="Windows Live" clId="Web-{2912A7C4-9AEF-3DCE-4455-D4B656B472DD}" dt="2026-05-27T17:03:40.785" v="46" actId="1076"/>
        <pc:sldMkLst>
          <pc:docMk/>
          <pc:sldMk cId="1255536033" sldId="280"/>
        </pc:sldMkLst>
        <pc:spChg chg="add mod">
          <ac:chgData name="Guest User" userId="" providerId="Windows Live" clId="Web-{2912A7C4-9AEF-3DCE-4455-D4B656B472DD}" dt="2026-05-27T17:03:40.785" v="46" actId="1076"/>
          <ac:spMkLst>
            <pc:docMk/>
            <pc:sldMk cId="1255536033" sldId="280"/>
            <ac:spMk id="6" creationId="{8966DA53-555C-F34E-DBAF-2F705618320F}"/>
          </ac:spMkLst>
        </pc:spChg>
      </pc:sldChg>
      <pc:sldChg chg="addSp modSp">
        <pc:chgData name="Guest User" userId="" providerId="Windows Live" clId="Web-{2912A7C4-9AEF-3DCE-4455-D4B656B472DD}" dt="2026-05-27T19:19:27.350" v="512" actId="1076"/>
        <pc:sldMkLst>
          <pc:docMk/>
          <pc:sldMk cId="789156722" sldId="283"/>
        </pc:sldMkLst>
        <pc:spChg chg="add mod">
          <ac:chgData name="Guest User" userId="" providerId="Windows Live" clId="Web-{2912A7C4-9AEF-3DCE-4455-D4B656B472DD}" dt="2026-05-27T19:07:33.960" v="348" actId="1076"/>
          <ac:spMkLst>
            <pc:docMk/>
            <pc:sldMk cId="789156722" sldId="283"/>
            <ac:spMk id="3" creationId="{5C72D396-7BBE-DF42-E732-5A297A3297BE}"/>
          </ac:spMkLst>
        </pc:spChg>
        <pc:graphicFrameChg chg="mod modGraphic">
          <ac:chgData name="Guest User" userId="" providerId="Windows Live" clId="Web-{2912A7C4-9AEF-3DCE-4455-D4B656B472DD}" dt="2026-05-27T19:19:27.350" v="512" actId="1076"/>
          <ac:graphicFrameMkLst>
            <pc:docMk/>
            <pc:sldMk cId="789156722" sldId="283"/>
            <ac:graphicFrameMk id="6" creationId="{410A2908-768E-F706-F099-E0FE054CF331}"/>
          </ac:graphicFrameMkLst>
        </pc:graphicFrameChg>
      </pc:sldChg>
      <pc:sldChg chg="addSp modSp">
        <pc:chgData name="Guest User" userId="" providerId="Windows Live" clId="Web-{2912A7C4-9AEF-3DCE-4455-D4B656B472DD}" dt="2026-05-27T19:00:27.522" v="342" actId="20577"/>
        <pc:sldMkLst>
          <pc:docMk/>
          <pc:sldMk cId="1376243490" sldId="284"/>
        </pc:sldMkLst>
        <pc:spChg chg="mod">
          <ac:chgData name="Guest User" userId="" providerId="Windows Live" clId="Web-{2912A7C4-9AEF-3DCE-4455-D4B656B472DD}" dt="2026-05-27T19:00:27.522" v="342" actId="20577"/>
          <ac:spMkLst>
            <pc:docMk/>
            <pc:sldMk cId="1376243490" sldId="284"/>
            <ac:spMk id="2" creationId="{299F105F-B150-E088-9ECE-7AEF7EE32EE3}"/>
          </ac:spMkLst>
        </pc:spChg>
        <pc:spChg chg="add mod">
          <ac:chgData name="Guest User" userId="" providerId="Windows Live" clId="Web-{2912A7C4-9AEF-3DCE-4455-D4B656B472DD}" dt="2026-05-27T18:04:17.535" v="114"/>
          <ac:spMkLst>
            <pc:docMk/>
            <pc:sldMk cId="1376243490" sldId="284"/>
            <ac:spMk id="3" creationId="{13487652-5C76-8F4B-F0EC-40DA4E0CD563}"/>
          </ac:spMkLst>
        </pc:spChg>
      </pc:sldChg>
      <pc:sldChg chg="addSp modSp">
        <pc:chgData name="Guest User" userId="" providerId="Windows Live" clId="Web-{2912A7C4-9AEF-3DCE-4455-D4B656B472DD}" dt="2026-05-27T18:19:06.535" v="118"/>
        <pc:sldMkLst>
          <pc:docMk/>
          <pc:sldMk cId="337242776" sldId="286"/>
        </pc:sldMkLst>
        <pc:spChg chg="add mod">
          <ac:chgData name="Guest User" userId="" providerId="Windows Live" clId="Web-{2912A7C4-9AEF-3DCE-4455-D4B656B472DD}" dt="2026-05-27T18:19:06.535" v="118"/>
          <ac:spMkLst>
            <pc:docMk/>
            <pc:sldMk cId="337242776" sldId="286"/>
            <ac:spMk id="5" creationId="{764102FD-BB7D-0EB3-5C88-12E7D28A57C8}"/>
          </ac:spMkLst>
        </pc:spChg>
      </pc:sldChg>
      <pc:sldChg chg="addSp modSp">
        <pc:chgData name="Guest User" userId="" providerId="Windows Live" clId="Web-{2912A7C4-9AEF-3DCE-4455-D4B656B472DD}" dt="2026-05-27T18:19:11.754" v="122"/>
        <pc:sldMkLst>
          <pc:docMk/>
          <pc:sldMk cId="4089858146" sldId="287"/>
        </pc:sldMkLst>
        <pc:spChg chg="add mod">
          <ac:chgData name="Guest User" userId="" providerId="Windows Live" clId="Web-{2912A7C4-9AEF-3DCE-4455-D4B656B472DD}" dt="2026-05-27T18:19:11.754" v="122"/>
          <ac:spMkLst>
            <pc:docMk/>
            <pc:sldMk cId="4089858146" sldId="287"/>
            <ac:spMk id="5" creationId="{11D1C366-E6B4-5ECD-D3A2-A17BABF4D37D}"/>
          </ac:spMkLst>
        </pc:spChg>
      </pc:sldChg>
      <pc:sldChg chg="addSp modSp">
        <pc:chgData name="Guest User" userId="" providerId="Windows Live" clId="Web-{2912A7C4-9AEF-3DCE-4455-D4B656B472DD}" dt="2026-05-27T18:19:18.770" v="126"/>
        <pc:sldMkLst>
          <pc:docMk/>
          <pc:sldMk cId="2495737889" sldId="289"/>
        </pc:sldMkLst>
        <pc:spChg chg="add mod">
          <ac:chgData name="Guest User" userId="" providerId="Windows Live" clId="Web-{2912A7C4-9AEF-3DCE-4455-D4B656B472DD}" dt="2026-05-27T18:19:18.770" v="126"/>
          <ac:spMkLst>
            <pc:docMk/>
            <pc:sldMk cId="2495737889" sldId="289"/>
            <ac:spMk id="5" creationId="{2E730982-557A-1BAE-66E7-C5F192AA0E3E}"/>
          </ac:spMkLst>
        </pc:spChg>
      </pc:sldChg>
      <pc:sldChg chg="addSp delSp modSp">
        <pc:chgData name="Guest User" userId="" providerId="Windows Live" clId="Web-{2912A7C4-9AEF-3DCE-4455-D4B656B472DD}" dt="2026-05-27T18:43:33.803" v="243" actId="20577"/>
        <pc:sldMkLst>
          <pc:docMk/>
          <pc:sldMk cId="1034748137" sldId="290"/>
        </pc:sldMkLst>
        <pc:spChg chg="mod">
          <ac:chgData name="Guest User" userId="" providerId="Windows Live" clId="Web-{2912A7C4-9AEF-3DCE-4455-D4B656B472DD}" dt="2026-05-27T18:43:33.803" v="243" actId="20577"/>
          <ac:spMkLst>
            <pc:docMk/>
            <pc:sldMk cId="1034748137" sldId="290"/>
            <ac:spMk id="3" creationId="{A28307BE-A026-3608-2855-58C669ECF71F}"/>
          </ac:spMkLst>
        </pc:spChg>
        <pc:spChg chg="add mod ord">
          <ac:chgData name="Guest User" userId="" providerId="Windows Live" clId="Web-{2912A7C4-9AEF-3DCE-4455-D4B656B472DD}" dt="2026-05-27T18:32:36.098" v="203"/>
          <ac:spMkLst>
            <pc:docMk/>
            <pc:sldMk cId="1034748137" sldId="290"/>
            <ac:spMk id="12" creationId="{ABE9212E-CC72-946E-75F2-04E885B033CA}"/>
          </ac:spMkLst>
        </pc:spChg>
      </pc:sldChg>
      <pc:sldChg chg="addSp modSp">
        <pc:chgData name="Guest User" userId="" providerId="Windows Live" clId="Web-{2912A7C4-9AEF-3DCE-4455-D4B656B472DD}" dt="2026-05-27T18:20:12.020" v="141" actId="1076"/>
        <pc:sldMkLst>
          <pc:docMk/>
          <pc:sldMk cId="4273319325" sldId="291"/>
        </pc:sldMkLst>
        <pc:spChg chg="add mod">
          <ac:chgData name="Guest User" userId="" providerId="Windows Live" clId="Web-{2912A7C4-9AEF-3DCE-4455-D4B656B472DD}" dt="2026-05-27T18:20:12.020" v="141" actId="1076"/>
          <ac:spMkLst>
            <pc:docMk/>
            <pc:sldMk cId="4273319325" sldId="291"/>
            <ac:spMk id="6" creationId="{3B0F2121-4007-DBF6-CB2B-BEBEF988DC4B}"/>
          </ac:spMkLst>
        </pc:spChg>
      </pc:sldChg>
      <pc:sldChg chg="addSp delSp modSp">
        <pc:chgData name="Guest User" userId="" providerId="Windows Live" clId="Web-{2912A7C4-9AEF-3DCE-4455-D4B656B472DD}" dt="2026-05-27T18:50:50.381" v="329" actId="20577"/>
        <pc:sldMkLst>
          <pc:docMk/>
          <pc:sldMk cId="947045311" sldId="294"/>
        </pc:sldMkLst>
        <pc:spChg chg="add del mod">
          <ac:chgData name="Guest User" userId="" providerId="Windows Live" clId="Web-{2912A7C4-9AEF-3DCE-4455-D4B656B472DD}" dt="2026-05-27T18:50:50.381" v="329" actId="20577"/>
          <ac:spMkLst>
            <pc:docMk/>
            <pc:sldMk cId="947045311" sldId="294"/>
            <ac:spMk id="3" creationId="{FFBE03B4-2097-6477-D5CC-F5B76BD8465B}"/>
          </ac:spMkLst>
        </pc:spChg>
      </pc:sldChg>
      <pc:sldChg chg="modSp">
        <pc:chgData name="Guest User" userId="" providerId="Windows Live" clId="Web-{2912A7C4-9AEF-3DCE-4455-D4B656B472DD}" dt="2026-05-27T19:14:44.632" v="378" actId="20577"/>
        <pc:sldMkLst>
          <pc:docMk/>
          <pc:sldMk cId="4131058967" sldId="295"/>
        </pc:sldMkLst>
        <pc:spChg chg="mod">
          <ac:chgData name="Guest User" userId="" providerId="Windows Live" clId="Web-{2912A7C4-9AEF-3DCE-4455-D4B656B472DD}" dt="2026-05-27T19:14:44.632" v="378" actId="20577"/>
          <ac:spMkLst>
            <pc:docMk/>
            <pc:sldMk cId="4131058967" sldId="295"/>
            <ac:spMk id="3" creationId="{F7D4205A-1B34-A751-CA07-D01675DEAB07}"/>
          </ac:spMkLst>
        </pc:spChg>
      </pc:sldChg>
      <pc:sldChg chg="addSp modSp">
        <pc:chgData name="Guest User" userId="" providerId="Windows Live" clId="Web-{2912A7C4-9AEF-3DCE-4455-D4B656B472DD}" dt="2026-05-27T19:21:10.897" v="521" actId="20577"/>
        <pc:sldMkLst>
          <pc:docMk/>
          <pc:sldMk cId="3698642912" sldId="296"/>
        </pc:sldMkLst>
        <pc:spChg chg="add mod">
          <ac:chgData name="Guest User" userId="" providerId="Windows Live" clId="Web-{2912A7C4-9AEF-3DCE-4455-D4B656B472DD}" dt="2026-05-27T17:05:21.039" v="65" actId="20577"/>
          <ac:spMkLst>
            <pc:docMk/>
            <pc:sldMk cId="3698642912" sldId="296"/>
            <ac:spMk id="3" creationId="{B0D44576-7B2C-3F40-285A-088DDFA1FAA7}"/>
          </ac:spMkLst>
        </pc:spChg>
        <pc:spChg chg="mod">
          <ac:chgData name="Guest User" userId="" providerId="Windows Live" clId="Web-{2912A7C4-9AEF-3DCE-4455-D4B656B472DD}" dt="2026-05-27T19:21:10.897" v="521" actId="20577"/>
          <ac:spMkLst>
            <pc:docMk/>
            <pc:sldMk cId="3698642912" sldId="296"/>
            <ac:spMk id="10" creationId="{8AF933AD-DDA7-CC2B-CA2B-588E9D337121}"/>
          </ac:spMkLst>
        </pc:spChg>
      </pc:sldChg>
      <pc:sldChg chg="addSp modSp">
        <pc:chgData name="Guest User" userId="" providerId="Windows Live" clId="Web-{2912A7C4-9AEF-3DCE-4455-D4B656B472DD}" dt="2026-05-27T18:23:49.801" v="145"/>
        <pc:sldMkLst>
          <pc:docMk/>
          <pc:sldMk cId="1200514275" sldId="297"/>
        </pc:sldMkLst>
        <pc:spChg chg="add mod">
          <ac:chgData name="Guest User" userId="" providerId="Windows Live" clId="Web-{2912A7C4-9AEF-3DCE-4455-D4B656B472DD}" dt="2026-05-27T18:23:49.801" v="145"/>
          <ac:spMkLst>
            <pc:docMk/>
            <pc:sldMk cId="1200514275" sldId="297"/>
            <ac:spMk id="6" creationId="{0BA7DD57-40C9-FB68-F2A6-12B735E16875}"/>
          </ac:spMkLst>
        </pc:spChg>
      </pc:sldChg>
    </pc:docChg>
  </pc:docChgLst>
  <pc:docChgLst>
    <pc:chgData name="Guest User" providerId="Windows Live" clId="Web-{95FDA5FD-B26F-DBBE-2634-EF24D622A1DF}"/>
    <pc:docChg chg="modSld">
      <pc:chgData name="Guest User" userId="" providerId="Windows Live" clId="Web-{95FDA5FD-B26F-DBBE-2634-EF24D622A1DF}" dt="2026-05-25T07:45:01.587" v="14" actId="20577"/>
      <pc:docMkLst>
        <pc:docMk/>
      </pc:docMkLst>
      <pc:sldChg chg="delSp modSp">
        <pc:chgData name="Guest User" userId="" providerId="Windows Live" clId="Web-{95FDA5FD-B26F-DBBE-2634-EF24D622A1DF}" dt="2026-05-25T07:45:01.587" v="14" actId="20577"/>
        <pc:sldMkLst>
          <pc:docMk/>
          <pc:sldMk cId="2161113051" sldId="268"/>
        </pc:sldMkLst>
        <pc:spChg chg="mod">
          <ac:chgData name="Guest User" userId="" providerId="Windows Live" clId="Web-{95FDA5FD-B26F-DBBE-2634-EF24D622A1DF}" dt="2026-05-25T07:45:01.587" v="14" actId="20577"/>
          <ac:spMkLst>
            <pc:docMk/>
            <pc:sldMk cId="2161113051" sldId="268"/>
            <ac:spMk id="7" creationId="{F66C5EEB-4521-A64E-16BE-B177AAF93F6A}"/>
          </ac:spMkLst>
        </pc:spChg>
      </pc:sldChg>
    </pc:docChg>
  </pc:docChgLst>
  <pc:docChgLst>
    <pc:chgData name="Guest User" providerId="Windows Live" clId="Web-{A209E58F-0257-D069-AA4A-EE454C7964BE}"/>
    <pc:docChg chg="addSld modSld">
      <pc:chgData name="Guest User" userId="" providerId="Windows Live" clId="Web-{A209E58F-0257-D069-AA4A-EE454C7964BE}" dt="2026-05-27T12:10:26.478" v="356"/>
      <pc:docMkLst>
        <pc:docMk/>
      </pc:docMkLst>
      <pc:sldChg chg="delSp modSp">
        <pc:chgData name="Guest User" userId="" providerId="Windows Live" clId="Web-{A209E58F-0257-D069-AA4A-EE454C7964BE}" dt="2026-05-27T10:48:16.901" v="253"/>
        <pc:sldMkLst>
          <pc:docMk/>
          <pc:sldMk cId="3422313594" sldId="262"/>
        </pc:sldMkLst>
        <pc:spChg chg="mod">
          <ac:chgData name="Guest User" userId="" providerId="Windows Live" clId="Web-{A209E58F-0257-D069-AA4A-EE454C7964BE}" dt="2026-05-27T10:45:12.340" v="240" actId="20577"/>
          <ac:spMkLst>
            <pc:docMk/>
            <pc:sldMk cId="3422313594" sldId="262"/>
            <ac:spMk id="2" creationId="{5C91FC6D-C0D8-13BE-941B-99EF9C37EC82}"/>
          </ac:spMkLst>
        </pc:spChg>
      </pc:sldChg>
      <pc:sldChg chg="modSp">
        <pc:chgData name="Guest User" userId="" providerId="Windows Live" clId="Web-{A209E58F-0257-D069-AA4A-EE454C7964BE}" dt="2026-05-27T10:45:22.512" v="242" actId="20577"/>
        <pc:sldMkLst>
          <pc:docMk/>
          <pc:sldMk cId="91197790" sldId="263"/>
        </pc:sldMkLst>
        <pc:spChg chg="mod">
          <ac:chgData name="Guest User" userId="" providerId="Windows Live" clId="Web-{A209E58F-0257-D069-AA4A-EE454C7964BE}" dt="2026-05-27T10:45:22.512" v="242" actId="20577"/>
          <ac:spMkLst>
            <pc:docMk/>
            <pc:sldMk cId="91197790" sldId="263"/>
            <ac:spMk id="2" creationId="{E9536115-9A42-47CD-07C2-52A494938D05}"/>
          </ac:spMkLst>
        </pc:spChg>
      </pc:sldChg>
      <pc:sldChg chg="modSp">
        <pc:chgData name="Guest User" userId="" providerId="Windows Live" clId="Web-{A209E58F-0257-D069-AA4A-EE454C7964BE}" dt="2026-05-27T09:50:03.276" v="35" actId="20577"/>
        <pc:sldMkLst>
          <pc:docMk/>
          <pc:sldMk cId="1592261892" sldId="265"/>
        </pc:sldMkLst>
        <pc:spChg chg="mod">
          <ac:chgData name="Guest User" userId="" providerId="Windows Live" clId="Web-{A209E58F-0257-D069-AA4A-EE454C7964BE}" dt="2026-05-27T09:50:03.276" v="35" actId="20577"/>
          <ac:spMkLst>
            <pc:docMk/>
            <pc:sldMk cId="1592261892" sldId="265"/>
            <ac:spMk id="2" creationId="{E7AF2D98-7488-7523-09C8-DC3DB91FFCBC}"/>
          </ac:spMkLst>
        </pc:spChg>
      </pc:sldChg>
      <pc:sldChg chg="modSp">
        <pc:chgData name="Guest User" userId="" providerId="Windows Live" clId="Web-{A209E58F-0257-D069-AA4A-EE454C7964BE}" dt="2026-05-27T09:50:09.167" v="37" actId="20577"/>
        <pc:sldMkLst>
          <pc:docMk/>
          <pc:sldMk cId="821685529" sldId="266"/>
        </pc:sldMkLst>
        <pc:spChg chg="mod">
          <ac:chgData name="Guest User" userId="" providerId="Windows Live" clId="Web-{A209E58F-0257-D069-AA4A-EE454C7964BE}" dt="2026-05-27T09:50:09.167" v="37" actId="20577"/>
          <ac:spMkLst>
            <pc:docMk/>
            <pc:sldMk cId="821685529" sldId="266"/>
            <ac:spMk id="2" creationId="{FB11ECA2-5B1B-E376-4320-13EBA66203B7}"/>
          </ac:spMkLst>
        </pc:spChg>
      </pc:sldChg>
      <pc:sldChg chg="modSp">
        <pc:chgData name="Guest User" userId="" providerId="Windows Live" clId="Web-{A209E58F-0257-D069-AA4A-EE454C7964BE}" dt="2026-05-27T10:45:32.496" v="245" actId="20577"/>
        <pc:sldMkLst>
          <pc:docMk/>
          <pc:sldMk cId="417394784" sldId="267"/>
        </pc:sldMkLst>
        <pc:spChg chg="mod">
          <ac:chgData name="Guest User" userId="" providerId="Windows Live" clId="Web-{A209E58F-0257-D069-AA4A-EE454C7964BE}" dt="2026-05-27T10:45:32.496" v="245" actId="20577"/>
          <ac:spMkLst>
            <pc:docMk/>
            <pc:sldMk cId="417394784" sldId="267"/>
            <ac:spMk id="2" creationId="{A81C54D6-8128-28CC-5329-5A72CF3B258B}"/>
          </ac:spMkLst>
        </pc:spChg>
      </pc:sldChg>
      <pc:sldChg chg="modSp">
        <pc:chgData name="Guest User" userId="" providerId="Windows Live" clId="Web-{A209E58F-0257-D069-AA4A-EE454C7964BE}" dt="2026-05-27T09:50:33.198" v="43" actId="20577"/>
        <pc:sldMkLst>
          <pc:docMk/>
          <pc:sldMk cId="2161113051" sldId="268"/>
        </pc:sldMkLst>
        <pc:spChg chg="mod">
          <ac:chgData name="Guest User" userId="" providerId="Windows Live" clId="Web-{A209E58F-0257-D069-AA4A-EE454C7964BE}" dt="2026-05-27T09:50:33.198" v="43" actId="20577"/>
          <ac:spMkLst>
            <pc:docMk/>
            <pc:sldMk cId="2161113051" sldId="268"/>
            <ac:spMk id="2" creationId="{B666939D-F280-E392-68D0-2DAE2C1E1DE5}"/>
          </ac:spMkLst>
        </pc:spChg>
      </pc:sldChg>
      <pc:sldChg chg="modSp">
        <pc:chgData name="Guest User" userId="" providerId="Windows Live" clId="Web-{A209E58F-0257-D069-AA4A-EE454C7964BE}" dt="2026-05-27T09:50:56.073" v="52" actId="20577"/>
        <pc:sldMkLst>
          <pc:docMk/>
          <pc:sldMk cId="1304773272" sldId="269"/>
        </pc:sldMkLst>
        <pc:spChg chg="mod">
          <ac:chgData name="Guest User" userId="" providerId="Windows Live" clId="Web-{A209E58F-0257-D069-AA4A-EE454C7964BE}" dt="2026-05-27T09:50:56.073" v="52" actId="20577"/>
          <ac:spMkLst>
            <pc:docMk/>
            <pc:sldMk cId="1304773272" sldId="269"/>
            <ac:spMk id="2" creationId="{A6BC7155-0103-FC90-91B5-847EF2B38BFE}"/>
          </ac:spMkLst>
        </pc:spChg>
      </pc:sldChg>
      <pc:sldChg chg="modSp">
        <pc:chgData name="Guest User" userId="" providerId="Windows Live" clId="Web-{A209E58F-0257-D069-AA4A-EE454C7964BE}" dt="2026-05-27T09:49:56.933" v="33" actId="20577"/>
        <pc:sldMkLst>
          <pc:docMk/>
          <pc:sldMk cId="2645228629" sldId="270"/>
        </pc:sldMkLst>
        <pc:spChg chg="mod">
          <ac:chgData name="Guest User" userId="" providerId="Windows Live" clId="Web-{A209E58F-0257-D069-AA4A-EE454C7964BE}" dt="2026-05-27T09:49:56.933" v="33" actId="20577"/>
          <ac:spMkLst>
            <pc:docMk/>
            <pc:sldMk cId="2645228629" sldId="270"/>
            <ac:spMk id="2" creationId="{A275BEE0-69B5-5CAE-0AA3-E88251F11378}"/>
          </ac:spMkLst>
        </pc:spChg>
      </pc:sldChg>
      <pc:sldChg chg="modSp">
        <pc:chgData name="Guest User" userId="" providerId="Windows Live" clId="Web-{A209E58F-0257-D069-AA4A-EE454C7964BE}" dt="2026-05-27T09:50:13.558" v="38" actId="20577"/>
        <pc:sldMkLst>
          <pc:docMk/>
          <pc:sldMk cId="572676926" sldId="272"/>
        </pc:sldMkLst>
        <pc:spChg chg="mod">
          <ac:chgData name="Guest User" userId="" providerId="Windows Live" clId="Web-{A209E58F-0257-D069-AA4A-EE454C7964BE}" dt="2026-05-27T09:50:13.558" v="38" actId="20577"/>
          <ac:spMkLst>
            <pc:docMk/>
            <pc:sldMk cId="572676926" sldId="272"/>
            <ac:spMk id="2" creationId="{0B5941EE-7DDB-8A7D-90E0-A5ADDEF1AF64}"/>
          </ac:spMkLst>
        </pc:spChg>
      </pc:sldChg>
      <pc:sldChg chg="modSp">
        <pc:chgData name="Guest User" userId="" providerId="Windows Live" clId="Web-{A209E58F-0257-D069-AA4A-EE454C7964BE}" dt="2026-05-27T09:50:23.323" v="41" actId="20577"/>
        <pc:sldMkLst>
          <pc:docMk/>
          <pc:sldMk cId="2248191021" sldId="274"/>
        </pc:sldMkLst>
        <pc:spChg chg="mod">
          <ac:chgData name="Guest User" userId="" providerId="Windows Live" clId="Web-{A209E58F-0257-D069-AA4A-EE454C7964BE}" dt="2026-05-27T09:50:23.323" v="41" actId="20577"/>
          <ac:spMkLst>
            <pc:docMk/>
            <pc:sldMk cId="2248191021" sldId="274"/>
            <ac:spMk id="2" creationId="{F2815DEF-CD82-CB7F-59AF-B4AECDEDB204}"/>
          </ac:spMkLst>
        </pc:spChg>
      </pc:sldChg>
      <pc:sldChg chg="modSp">
        <pc:chgData name="Guest User" userId="" providerId="Windows Live" clId="Web-{A209E58F-0257-D069-AA4A-EE454C7964BE}" dt="2026-05-27T10:48:57.307" v="258" actId="20577"/>
        <pc:sldMkLst>
          <pc:docMk/>
          <pc:sldMk cId="529053464" sldId="275"/>
        </pc:sldMkLst>
        <pc:spChg chg="mod">
          <ac:chgData name="Guest User" userId="" providerId="Windows Live" clId="Web-{A209E58F-0257-D069-AA4A-EE454C7964BE}" dt="2026-05-27T10:48:57.307" v="258" actId="20577"/>
          <ac:spMkLst>
            <pc:docMk/>
            <pc:sldMk cId="529053464" sldId="275"/>
            <ac:spMk id="4" creationId="{BD14BB28-CD04-26EA-7817-B20D56BD4518}"/>
          </ac:spMkLst>
        </pc:spChg>
        <pc:spChg chg="mod">
          <ac:chgData name="Guest User" userId="" providerId="Windows Live" clId="Web-{A209E58F-0257-D069-AA4A-EE454C7964BE}" dt="2026-05-27T09:50:28.745" v="42" actId="20577"/>
          <ac:spMkLst>
            <pc:docMk/>
            <pc:sldMk cId="529053464" sldId="275"/>
            <ac:spMk id="8" creationId="{A5C56F01-F87B-CE49-2657-F7B9BFBBE5D1}"/>
          </ac:spMkLst>
        </pc:spChg>
      </pc:sldChg>
      <pc:sldChg chg="modSp">
        <pc:chgData name="Guest User" userId="" providerId="Windows Live" clId="Web-{A209E58F-0257-D069-AA4A-EE454C7964BE}" dt="2026-05-27T09:49:16.964" v="20" actId="20577"/>
        <pc:sldMkLst>
          <pc:docMk/>
          <pc:sldMk cId="4082758225" sldId="279"/>
        </pc:sldMkLst>
        <pc:spChg chg="mod">
          <ac:chgData name="Guest User" userId="" providerId="Windows Live" clId="Web-{A209E58F-0257-D069-AA4A-EE454C7964BE}" dt="2026-05-27T09:49:16.964" v="20" actId="20577"/>
          <ac:spMkLst>
            <pc:docMk/>
            <pc:sldMk cId="4082758225" sldId="279"/>
            <ac:spMk id="8" creationId="{4E689DA1-0383-CE7A-D19A-77D2CBA7C1C5}"/>
          </ac:spMkLst>
        </pc:spChg>
      </pc:sldChg>
      <pc:sldChg chg="modSp">
        <pc:chgData name="Guest User" userId="" providerId="Windows Live" clId="Web-{A209E58F-0257-D069-AA4A-EE454C7964BE}" dt="2026-05-27T09:49:25.761" v="22" actId="20577"/>
        <pc:sldMkLst>
          <pc:docMk/>
          <pc:sldMk cId="1255536033" sldId="280"/>
        </pc:sldMkLst>
        <pc:spChg chg="mod">
          <ac:chgData name="Guest User" userId="" providerId="Windows Live" clId="Web-{A209E58F-0257-D069-AA4A-EE454C7964BE}" dt="2026-05-27T09:49:25.761" v="22" actId="20577"/>
          <ac:spMkLst>
            <pc:docMk/>
            <pc:sldMk cId="1255536033" sldId="280"/>
            <ac:spMk id="2" creationId="{EA0C7D5B-85E1-3003-7B84-421D9432E61C}"/>
          </ac:spMkLst>
        </pc:spChg>
      </pc:sldChg>
      <pc:sldChg chg="modSp">
        <pc:chgData name="Guest User" userId="" providerId="Windows Live" clId="Web-{A209E58F-0257-D069-AA4A-EE454C7964BE}" dt="2026-05-27T10:45:18.621" v="241" actId="20577"/>
        <pc:sldMkLst>
          <pc:docMk/>
          <pc:sldMk cId="789156722" sldId="283"/>
        </pc:sldMkLst>
        <pc:spChg chg="mod">
          <ac:chgData name="Guest User" userId="" providerId="Windows Live" clId="Web-{A209E58F-0257-D069-AA4A-EE454C7964BE}" dt="2026-05-27T10:45:18.621" v="241" actId="20577"/>
          <ac:spMkLst>
            <pc:docMk/>
            <pc:sldMk cId="789156722" sldId="283"/>
            <ac:spMk id="2" creationId="{2685E386-FC1F-DCBD-5DEA-12DBF3C52A1C}"/>
          </ac:spMkLst>
        </pc:spChg>
      </pc:sldChg>
      <pc:sldChg chg="modSp">
        <pc:chgData name="Guest User" userId="" providerId="Windows Live" clId="Web-{A209E58F-0257-D069-AA4A-EE454C7964BE}" dt="2026-05-27T09:50:18.823" v="40" actId="20577"/>
        <pc:sldMkLst>
          <pc:docMk/>
          <pc:sldMk cId="1376243490" sldId="284"/>
        </pc:sldMkLst>
        <pc:spChg chg="mod">
          <ac:chgData name="Guest User" userId="" providerId="Windows Live" clId="Web-{A209E58F-0257-D069-AA4A-EE454C7964BE}" dt="2026-05-27T09:50:18.823" v="40" actId="20577"/>
          <ac:spMkLst>
            <pc:docMk/>
            <pc:sldMk cId="1376243490" sldId="284"/>
            <ac:spMk id="2" creationId="{299F105F-B150-E088-9ECE-7AEF7EE32EE3}"/>
          </ac:spMkLst>
        </pc:spChg>
      </pc:sldChg>
      <pc:sldChg chg="modSp">
        <pc:chgData name="Guest User" userId="" providerId="Windows Live" clId="Web-{A209E58F-0257-D069-AA4A-EE454C7964BE}" dt="2026-05-27T09:50:37.526" v="45" actId="20577"/>
        <pc:sldMkLst>
          <pc:docMk/>
          <pc:sldMk cId="337242776" sldId="286"/>
        </pc:sldMkLst>
        <pc:spChg chg="mod">
          <ac:chgData name="Guest User" userId="" providerId="Windows Live" clId="Web-{A209E58F-0257-D069-AA4A-EE454C7964BE}" dt="2026-05-27T09:50:37.526" v="45" actId="20577"/>
          <ac:spMkLst>
            <pc:docMk/>
            <pc:sldMk cId="337242776" sldId="286"/>
            <ac:spMk id="2" creationId="{B666939D-F280-E392-68D0-2DAE2C1E1DE5}"/>
          </ac:spMkLst>
        </pc:spChg>
      </pc:sldChg>
      <pc:sldChg chg="modSp">
        <pc:chgData name="Guest User" userId="" providerId="Windows Live" clId="Web-{A209E58F-0257-D069-AA4A-EE454C7964BE}" dt="2026-05-27T09:50:42.073" v="47" actId="20577"/>
        <pc:sldMkLst>
          <pc:docMk/>
          <pc:sldMk cId="4089858146" sldId="287"/>
        </pc:sldMkLst>
        <pc:spChg chg="mod">
          <ac:chgData name="Guest User" userId="" providerId="Windows Live" clId="Web-{A209E58F-0257-D069-AA4A-EE454C7964BE}" dt="2026-05-27T09:50:42.073" v="47" actId="20577"/>
          <ac:spMkLst>
            <pc:docMk/>
            <pc:sldMk cId="4089858146" sldId="287"/>
            <ac:spMk id="2" creationId="{A4E9EA09-FEC0-6048-749E-8A0F64809165}"/>
          </ac:spMkLst>
        </pc:spChg>
      </pc:sldChg>
      <pc:sldChg chg="modSp mod modShow">
        <pc:chgData name="Guest User" userId="" providerId="Windows Live" clId="Web-{A209E58F-0257-D069-AA4A-EE454C7964BE}" dt="2026-05-27T12:10:26.478" v="356"/>
        <pc:sldMkLst>
          <pc:docMk/>
          <pc:sldMk cId="3027028098" sldId="288"/>
        </pc:sldMkLst>
        <pc:spChg chg="mod">
          <ac:chgData name="Guest User" userId="" providerId="Windows Live" clId="Web-{A209E58F-0257-D069-AA4A-EE454C7964BE}" dt="2026-05-27T09:50:46.620" v="48" actId="20577"/>
          <ac:spMkLst>
            <pc:docMk/>
            <pc:sldMk cId="3027028098" sldId="288"/>
            <ac:spMk id="2" creationId="{71DAB51D-F09A-E12B-A2A5-3209A509BB5E}"/>
          </ac:spMkLst>
        </pc:spChg>
      </pc:sldChg>
      <pc:sldChg chg="modSp">
        <pc:chgData name="Guest User" userId="" providerId="Windows Live" clId="Web-{A209E58F-0257-D069-AA4A-EE454C7964BE}" dt="2026-05-27T09:50:52.355" v="50" actId="20577"/>
        <pc:sldMkLst>
          <pc:docMk/>
          <pc:sldMk cId="2495737889" sldId="289"/>
        </pc:sldMkLst>
        <pc:spChg chg="mod">
          <ac:chgData name="Guest User" userId="" providerId="Windows Live" clId="Web-{A209E58F-0257-D069-AA4A-EE454C7964BE}" dt="2026-05-27T09:50:52.355" v="50" actId="20577"/>
          <ac:spMkLst>
            <pc:docMk/>
            <pc:sldMk cId="2495737889" sldId="289"/>
            <ac:spMk id="2" creationId="{F702BE1E-1EA5-36BD-B3E5-856A3A6AAC84}"/>
          </ac:spMkLst>
        </pc:spChg>
      </pc:sldChg>
      <pc:sldChg chg="modSp">
        <pc:chgData name="Guest User" userId="" providerId="Windows Live" clId="Web-{A209E58F-0257-D069-AA4A-EE454C7964BE}" dt="2026-05-27T10:57:26.007" v="320" actId="20577"/>
        <pc:sldMkLst>
          <pc:docMk/>
          <pc:sldMk cId="1034748137" sldId="290"/>
        </pc:sldMkLst>
      </pc:sldChg>
      <pc:sldChg chg="modSp">
        <pc:chgData name="Guest User" userId="" providerId="Windows Live" clId="Web-{A209E58F-0257-D069-AA4A-EE454C7964BE}" dt="2026-05-27T09:51:01.526" v="54" actId="20577"/>
        <pc:sldMkLst>
          <pc:docMk/>
          <pc:sldMk cId="4273319325" sldId="291"/>
        </pc:sldMkLst>
        <pc:spChg chg="mod">
          <ac:chgData name="Guest User" userId="" providerId="Windows Live" clId="Web-{A209E58F-0257-D069-AA4A-EE454C7964BE}" dt="2026-05-27T09:51:01.526" v="54" actId="20577"/>
          <ac:spMkLst>
            <pc:docMk/>
            <pc:sldMk cId="4273319325" sldId="291"/>
            <ac:spMk id="2" creationId="{FCDD743C-92CD-C136-82AE-393826930C97}"/>
          </ac:spMkLst>
        </pc:spChg>
      </pc:sldChg>
      <pc:sldChg chg="modSp">
        <pc:chgData name="Guest User" userId="" providerId="Windows Live" clId="Web-{A209E58F-0257-D069-AA4A-EE454C7964BE}" dt="2026-05-27T09:49:30.089" v="23" actId="20577"/>
        <pc:sldMkLst>
          <pc:docMk/>
          <pc:sldMk cId="3893556421" sldId="292"/>
        </pc:sldMkLst>
        <pc:spChg chg="mod">
          <ac:chgData name="Guest User" userId="" providerId="Windows Live" clId="Web-{A209E58F-0257-D069-AA4A-EE454C7964BE}" dt="2026-05-27T09:49:30.089" v="23" actId="20577"/>
          <ac:spMkLst>
            <pc:docMk/>
            <pc:sldMk cId="3893556421" sldId="292"/>
            <ac:spMk id="2" creationId="{0E359BE0-8843-395F-1673-F8C89532988B}"/>
          </ac:spMkLst>
        </pc:spChg>
      </pc:sldChg>
      <pc:sldChg chg="modSp new">
        <pc:chgData name="Guest User" userId="" providerId="Windows Live" clId="Web-{A209E58F-0257-D069-AA4A-EE454C7964BE}" dt="2026-05-27T10:57:31.866" v="321" actId="20577"/>
        <pc:sldMkLst>
          <pc:docMk/>
          <pc:sldMk cId="947045311" sldId="294"/>
        </pc:sldMkLst>
        <pc:spChg chg="mod">
          <ac:chgData name="Guest User" userId="" providerId="Windows Live" clId="Web-{A209E58F-0257-D069-AA4A-EE454C7964BE}" dt="2026-05-27T10:57:31.866" v="321" actId="20577"/>
          <ac:spMkLst>
            <pc:docMk/>
            <pc:sldMk cId="947045311" sldId="294"/>
            <ac:spMk id="2" creationId="{E3E0A85C-153A-30BF-D509-329FBAF1D824}"/>
          </ac:spMkLst>
        </pc:spChg>
        <pc:spChg chg="mod">
          <ac:chgData name="Guest User" userId="" providerId="Windows Live" clId="Web-{A209E58F-0257-D069-AA4A-EE454C7964BE}" dt="2026-05-27T09:55:21.292" v="207" actId="20577"/>
          <ac:spMkLst>
            <pc:docMk/>
            <pc:sldMk cId="947045311" sldId="294"/>
            <ac:spMk id="3" creationId="{FFBE03B4-2097-6477-D5CC-F5B76BD8465B}"/>
          </ac:spMkLst>
        </pc:spChg>
      </pc:sldChg>
      <pc:sldChg chg="modSp add replId">
        <pc:chgData name="Guest User" userId="" providerId="Windows Live" clId="Web-{A209E58F-0257-D069-AA4A-EE454C7964BE}" dt="2026-05-27T10:57:36.179" v="322" actId="20577"/>
        <pc:sldMkLst>
          <pc:docMk/>
          <pc:sldMk cId="4131058967" sldId="295"/>
        </pc:sldMkLst>
        <pc:spChg chg="mod">
          <ac:chgData name="Guest User" userId="" providerId="Windows Live" clId="Web-{A209E58F-0257-D069-AA4A-EE454C7964BE}" dt="2026-05-27T10:57:36.179" v="322" actId="20577"/>
          <ac:spMkLst>
            <pc:docMk/>
            <pc:sldMk cId="4131058967" sldId="295"/>
            <ac:spMk id="2" creationId="{8210642E-7F7E-3306-9C70-CD9197094B5F}"/>
          </ac:spMkLst>
        </pc:spChg>
        <pc:spChg chg="mod">
          <ac:chgData name="Guest User" userId="" providerId="Windows Live" clId="Web-{A209E58F-0257-D069-AA4A-EE454C7964BE}" dt="2026-05-27T09:56:13.245" v="222" actId="20577"/>
          <ac:spMkLst>
            <pc:docMk/>
            <pc:sldMk cId="4131058967" sldId="295"/>
            <ac:spMk id="3" creationId="{F7D4205A-1B34-A751-CA07-D01675DEAB07}"/>
          </ac:spMkLst>
        </pc:spChg>
      </pc:sldChg>
      <pc:sldChg chg="addSp delSp modSp new">
        <pc:chgData name="Guest User" userId="" providerId="Windows Live" clId="Web-{A209E58F-0257-D069-AA4A-EE454C7964BE}" dt="2026-05-27T10:51:55.493" v="311" actId="20577"/>
        <pc:sldMkLst>
          <pc:docMk/>
          <pc:sldMk cId="3698642912" sldId="296"/>
        </pc:sldMkLst>
        <pc:spChg chg="mod">
          <ac:chgData name="Guest User" userId="" providerId="Windows Live" clId="Web-{A209E58F-0257-D069-AA4A-EE454C7964BE}" dt="2026-05-27T10:44:55.996" v="238" actId="20577"/>
          <ac:spMkLst>
            <pc:docMk/>
            <pc:sldMk cId="3698642912" sldId="296"/>
            <ac:spMk id="2" creationId="{471E37DE-3F82-64B9-1EC4-BAF41E282F9F}"/>
          </ac:spMkLst>
        </pc:spChg>
        <pc:spChg chg="add mod">
          <ac:chgData name="Guest User" userId="" providerId="Windows Live" clId="Web-{A209E58F-0257-D069-AA4A-EE454C7964BE}" dt="2026-05-27T10:48:26.948" v="255" actId="14100"/>
          <ac:spMkLst>
            <pc:docMk/>
            <pc:sldMk cId="3698642912" sldId="296"/>
            <ac:spMk id="6" creationId="{9700EE06-43D1-3978-CB67-55A54A4DD489}"/>
          </ac:spMkLst>
        </pc:spChg>
        <pc:spChg chg="add mod">
          <ac:chgData name="Guest User" userId="" providerId="Windows Live" clId="Web-{A209E58F-0257-D069-AA4A-EE454C7964BE}" dt="2026-05-27T10:51:55.493" v="311" actId="20577"/>
          <ac:spMkLst>
            <pc:docMk/>
            <pc:sldMk cId="3698642912" sldId="296"/>
            <ac:spMk id="10" creationId="{8AF933AD-DDA7-CC2B-CA2B-588E9D337121}"/>
          </ac:spMkLst>
        </pc:spChg>
      </pc:sldChg>
      <pc:sldChg chg="modSp new">
        <pc:chgData name="Guest User" userId="" providerId="Windows Live" clId="Web-{A209E58F-0257-D069-AA4A-EE454C7964BE}" dt="2026-05-27T11:00:53.052" v="355" actId="20577"/>
        <pc:sldMkLst>
          <pc:docMk/>
          <pc:sldMk cId="1200514275" sldId="297"/>
        </pc:sldMkLst>
        <pc:spChg chg="mod">
          <ac:chgData name="Guest User" userId="" providerId="Windows Live" clId="Web-{A209E58F-0257-D069-AA4A-EE454C7964BE}" dt="2026-05-27T10:57:47.569" v="325" actId="20577"/>
          <ac:spMkLst>
            <pc:docMk/>
            <pc:sldMk cId="1200514275" sldId="297"/>
            <ac:spMk id="2" creationId="{CC0830C0-9CAC-D089-C263-47BA085B406A}"/>
          </ac:spMkLst>
        </pc:spChg>
        <pc:spChg chg="mod">
          <ac:chgData name="Guest User" userId="" providerId="Windows Live" clId="Web-{A209E58F-0257-D069-AA4A-EE454C7964BE}" dt="2026-05-27T11:00:53.052" v="355" actId="20577"/>
          <ac:spMkLst>
            <pc:docMk/>
            <pc:sldMk cId="1200514275" sldId="297"/>
            <ac:spMk id="3" creationId="{DC34B470-4114-1F0F-EA06-112872E84DC6}"/>
          </ac:spMkLst>
        </pc:spChg>
      </pc:sldChg>
    </pc:docChg>
  </pc:docChgLst>
  <pc:docChgLst>
    <pc:chgData name="Guest User" providerId="Windows Live" clId="Web-{56533F19-F4A0-C7A0-C308-F3D761F60F11}"/>
    <pc:docChg chg="modSld">
      <pc:chgData name="Guest User" userId="" providerId="Windows Live" clId="Web-{56533F19-F4A0-C7A0-C308-F3D761F60F11}" dt="2026-06-05T13:11:03.091" v="164" actId="20577"/>
      <pc:docMkLst>
        <pc:docMk/>
      </pc:docMkLst>
      <pc:sldChg chg="modSp">
        <pc:chgData name="Guest User" userId="" providerId="Windows Live" clId="Web-{56533F19-F4A0-C7A0-C308-F3D761F60F11}" dt="2026-06-05T13:11:03.091" v="164" actId="20577"/>
        <pc:sldMkLst>
          <pc:docMk/>
          <pc:sldMk cId="3549278252" sldId="301"/>
        </pc:sldMkLst>
        <pc:spChg chg="mod">
          <ac:chgData name="Guest User" userId="" providerId="Windows Live" clId="Web-{56533F19-F4A0-C7A0-C308-F3D761F60F11}" dt="2026-06-05T13:11:03.091" v="164" actId="20577"/>
          <ac:spMkLst>
            <pc:docMk/>
            <pc:sldMk cId="3549278252" sldId="301"/>
            <ac:spMk id="3" creationId="{BED5B329-DA79-36EB-5E23-A9A55F775FB9}"/>
          </ac:spMkLst>
        </pc:spChg>
      </pc:sldChg>
      <pc:sldChg chg="modSp">
        <pc:chgData name="Guest User" userId="" providerId="Windows Live" clId="Web-{56533F19-F4A0-C7A0-C308-F3D761F60F11}" dt="2026-06-05T13:10:24.793" v="152"/>
        <pc:sldMkLst>
          <pc:docMk/>
          <pc:sldMk cId="875590977" sldId="309"/>
        </pc:sldMkLst>
        <pc:graphicFrameChg chg="mod modGraphic">
          <ac:chgData name="Guest User" userId="" providerId="Windows Live" clId="Web-{56533F19-F4A0-C7A0-C308-F3D761F60F11}" dt="2026-06-05T13:10:24.793" v="152"/>
          <ac:graphicFrameMkLst>
            <pc:docMk/>
            <pc:sldMk cId="875590977" sldId="309"/>
            <ac:graphicFrameMk id="6" creationId="{B31D992E-1070-C881-BA8E-9A1E4609A483}"/>
          </ac:graphicFrameMkLst>
        </pc:graphicFrameChg>
      </pc:sldChg>
    </pc:docChg>
  </pc:docChgLst>
  <pc:docChgLst>
    <pc:chgData name="林 弘叡" userId="cbcf9670fd16f044" providerId="Windows Live" clId="Web-{BBAD9BCE-886E-CEEF-6744-A07CA76BC7BB}"/>
    <pc:docChg chg="modSld">
      <pc:chgData name="林 弘叡" userId="cbcf9670fd16f044" providerId="Windows Live" clId="Web-{BBAD9BCE-886E-CEEF-6744-A07CA76BC7BB}" dt="2026-05-26T14:30:17.415" v="1" actId="14100"/>
      <pc:docMkLst>
        <pc:docMk/>
      </pc:docMkLst>
    </pc:docChg>
  </pc:docChgLst>
  <pc:docChgLst>
    <pc:chgData name="Guest User" providerId="Windows Live" clId="Web-{6EF48723-304B-2FFB-4795-0C5A09FE3520}"/>
    <pc:docChg chg="modSld">
      <pc:chgData name="Guest User" userId="" providerId="Windows Live" clId="Web-{6EF48723-304B-2FFB-4795-0C5A09FE3520}" dt="2026-05-27T15:45:09.979" v="48" actId="1076"/>
      <pc:docMkLst>
        <pc:docMk/>
      </pc:docMkLst>
      <pc:sldChg chg="addSp modSp">
        <pc:chgData name="Guest User" userId="" providerId="Windows Live" clId="Web-{6EF48723-304B-2FFB-4795-0C5A09FE3520}" dt="2026-05-27T15:45:09.979" v="48" actId="1076"/>
        <pc:sldMkLst>
          <pc:docMk/>
          <pc:sldMk cId="1034748137" sldId="290"/>
        </pc:sldMkLst>
        <pc:spChg chg="mod">
          <ac:chgData name="Guest User" userId="" providerId="Windows Live" clId="Web-{6EF48723-304B-2FFB-4795-0C5A09FE3520}" dt="2026-05-27T15:45:03.072" v="46" actId="1076"/>
          <ac:spMkLst>
            <pc:docMk/>
            <pc:sldMk cId="1034748137" sldId="290"/>
            <ac:spMk id="3" creationId="{A28307BE-A026-3608-2855-58C669ECF71F}"/>
          </ac:spMkLst>
        </pc:spChg>
      </pc:sldChg>
      <pc:sldChg chg="modSp">
        <pc:chgData name="Guest User" userId="" providerId="Windows Live" clId="Web-{6EF48723-304B-2FFB-4795-0C5A09FE3520}" dt="2026-05-27T15:44:12.243" v="37" actId="14100"/>
        <pc:sldMkLst>
          <pc:docMk/>
          <pc:sldMk cId="947045311" sldId="294"/>
        </pc:sldMkLst>
        <pc:spChg chg="mod">
          <ac:chgData name="Guest User" userId="" providerId="Windows Live" clId="Web-{6EF48723-304B-2FFB-4795-0C5A09FE3520}" dt="2026-05-27T15:44:12.243" v="37" actId="14100"/>
          <ac:spMkLst>
            <pc:docMk/>
            <pc:sldMk cId="947045311" sldId="294"/>
            <ac:spMk id="3" creationId="{FFBE03B4-2097-6477-D5CC-F5B76BD8465B}"/>
          </ac:spMkLst>
        </pc:spChg>
      </pc:sldChg>
      <pc:sldChg chg="modSp">
        <pc:chgData name="Guest User" userId="" providerId="Windows Live" clId="Web-{6EF48723-304B-2FFB-4795-0C5A09FE3520}" dt="2026-05-27T15:43:22.618" v="24" actId="20577"/>
        <pc:sldMkLst>
          <pc:docMk/>
          <pc:sldMk cId="4131058967" sldId="295"/>
        </pc:sldMkLst>
        <pc:spChg chg="mod">
          <ac:chgData name="Guest User" userId="" providerId="Windows Live" clId="Web-{6EF48723-304B-2FFB-4795-0C5A09FE3520}" dt="2026-05-27T15:43:22.618" v="24" actId="20577"/>
          <ac:spMkLst>
            <pc:docMk/>
            <pc:sldMk cId="4131058967" sldId="295"/>
            <ac:spMk id="3" creationId="{F7D4205A-1B34-A751-CA07-D01675DEAB07}"/>
          </ac:spMkLst>
        </pc:spChg>
      </pc:sldChg>
      <pc:sldChg chg="modSp">
        <pc:chgData name="Guest User" userId="" providerId="Windows Live" clId="Web-{6EF48723-304B-2FFB-4795-0C5A09FE3520}" dt="2026-05-27T15:42:03.663" v="12" actId="1076"/>
        <pc:sldMkLst>
          <pc:docMk/>
          <pc:sldMk cId="3698642912" sldId="296"/>
        </pc:sldMkLst>
        <pc:spChg chg="mod">
          <ac:chgData name="Guest User" userId="" providerId="Windows Live" clId="Web-{6EF48723-304B-2FFB-4795-0C5A09FE3520}" dt="2026-05-27T15:42:03.663" v="12" actId="1076"/>
          <ac:spMkLst>
            <pc:docMk/>
            <pc:sldMk cId="3698642912" sldId="296"/>
            <ac:spMk id="6" creationId="{9700EE06-43D1-3978-CB67-55A54A4DD489}"/>
          </ac:spMkLst>
        </pc:spChg>
      </pc:sldChg>
      <pc:sldChg chg="modSp">
        <pc:chgData name="Guest User" userId="" providerId="Windows Live" clId="Web-{6EF48723-304B-2FFB-4795-0C5A09FE3520}" dt="2026-05-27T15:41:48.038" v="10" actId="1076"/>
        <pc:sldMkLst>
          <pc:docMk/>
          <pc:sldMk cId="1200514275" sldId="297"/>
        </pc:sldMkLst>
        <pc:spChg chg="mod">
          <ac:chgData name="Guest User" userId="" providerId="Windows Live" clId="Web-{6EF48723-304B-2FFB-4795-0C5A09FE3520}" dt="2026-05-27T15:41:48.038" v="10" actId="1076"/>
          <ac:spMkLst>
            <pc:docMk/>
            <pc:sldMk cId="1200514275" sldId="297"/>
            <ac:spMk id="3" creationId="{DC34B470-4114-1F0F-EA06-112872E84DC6}"/>
          </ac:spMkLst>
        </pc:spChg>
      </pc:sldChg>
    </pc:docChg>
  </pc:docChgLst>
  <pc:docChgLst>
    <pc:chgData name="Guest User" providerId="Windows Live" clId="Web-{017DF660-8AD0-3815-3E91-EC22837495AF}"/>
    <pc:docChg chg="modSld">
      <pc:chgData name="Guest User" userId="" providerId="Windows Live" clId="Web-{017DF660-8AD0-3815-3E91-EC22837495AF}" dt="2026-05-19T15:04:01.583" v="32" actId="20577"/>
      <pc:docMkLst>
        <pc:docMk/>
      </pc:docMkLst>
      <pc:sldChg chg="modSp">
        <pc:chgData name="Guest User" userId="" providerId="Windows Live" clId="Web-{017DF660-8AD0-3815-3E91-EC22837495AF}" dt="2026-05-19T14:56:45.973" v="6" actId="20577"/>
        <pc:sldMkLst>
          <pc:docMk/>
          <pc:sldMk cId="529053464" sldId="275"/>
        </pc:sldMkLst>
      </pc:sldChg>
    </pc:docChg>
  </pc:docChgLst>
  <pc:docChgLst>
    <pc:chgData name="Guest User" providerId="Windows Live" clId="Web-{B28C819E-3DA4-6075-5A2D-640E994AA310}"/>
    <pc:docChg chg="addSld delSld modSld">
      <pc:chgData name="Guest User" userId="" providerId="Windows Live" clId="Web-{B28C819E-3DA4-6075-5A2D-640E994AA310}" dt="2026-05-25T08:07:32.839" v="119" actId="20577"/>
      <pc:docMkLst>
        <pc:docMk/>
      </pc:docMkLst>
      <pc:sldChg chg="delSp modSp add">
        <pc:chgData name="Guest User" userId="" providerId="Windows Live" clId="Web-{B28C819E-3DA4-6075-5A2D-640E994AA310}" dt="2026-05-25T08:03:46.143" v="98" actId="1076"/>
        <pc:sldMkLst>
          <pc:docMk/>
          <pc:sldMk cId="337242776" sldId="286"/>
        </pc:sldMkLst>
        <pc:spChg chg="mod">
          <ac:chgData name="Guest User" userId="" providerId="Windows Live" clId="Web-{B28C819E-3DA4-6075-5A2D-640E994AA310}" dt="2026-05-25T08:03:46.143" v="98" actId="1076"/>
          <ac:spMkLst>
            <pc:docMk/>
            <pc:sldMk cId="337242776" sldId="286"/>
            <ac:spMk id="3" creationId="{D7FE6324-33BE-3C92-D15C-779176E298E9}"/>
          </ac:spMkLst>
        </pc:spChg>
        <pc:spChg chg="mod">
          <ac:chgData name="Guest User" userId="" providerId="Windows Live" clId="Web-{B28C819E-3DA4-6075-5A2D-640E994AA310}" dt="2026-05-25T07:55:20.060" v="19" actId="1076"/>
          <ac:spMkLst>
            <pc:docMk/>
            <pc:sldMk cId="337242776" sldId="286"/>
            <ac:spMk id="10" creationId="{6804FAAF-3EE4-3658-79E5-65B3D909F9F1}"/>
          </ac:spMkLst>
        </pc:spChg>
      </pc:sldChg>
      <pc:sldChg chg="modSp add replId">
        <pc:chgData name="Guest User" userId="" providerId="Windows Live" clId="Web-{B28C819E-3DA4-6075-5A2D-640E994AA310}" dt="2026-05-25T08:07:32.839" v="119" actId="20577"/>
        <pc:sldMkLst>
          <pc:docMk/>
          <pc:sldMk cId="4089858146" sldId="287"/>
        </pc:sldMkLst>
        <pc:spChg chg="mod">
          <ac:chgData name="Guest User" userId="" providerId="Windows Live" clId="Web-{B28C819E-3DA4-6075-5A2D-640E994AA310}" dt="2026-05-25T08:07:32.839" v="119" actId="20577"/>
          <ac:spMkLst>
            <pc:docMk/>
            <pc:sldMk cId="4089858146" sldId="287"/>
            <ac:spMk id="3" creationId="{64265F91-EC35-BCC5-DB97-81DB1BA8760A}"/>
          </ac:spMkLst>
        </pc:spChg>
        <pc:spChg chg="mod">
          <ac:chgData name="Guest User" userId="" providerId="Windows Live" clId="Web-{B28C819E-3DA4-6075-5A2D-640E994AA310}" dt="2026-05-25T08:07:24.994" v="114" actId="20577"/>
          <ac:spMkLst>
            <pc:docMk/>
            <pc:sldMk cId="4089858146" sldId="287"/>
            <ac:spMk id="10" creationId="{927010B6-FAB9-7A9E-DB80-F444DF01CAF3}"/>
          </ac:spMkLst>
        </pc:spChg>
      </pc:sldChg>
    </pc:docChg>
  </pc:docChgLst>
  <pc:docChgLst>
    <pc:chgData name="Guest User" providerId="Windows Live" clId="Web-{CD5A05A8-7AD4-EF98-CF68-B40A7C9C0CCD}"/>
    <pc:docChg chg="modSld">
      <pc:chgData name="Guest User" userId="" providerId="Windows Live" clId="Web-{CD5A05A8-7AD4-EF98-CF68-B40A7C9C0CCD}" dt="2026-05-25T07:37:01.742" v="33" actId="1076"/>
      <pc:docMkLst>
        <pc:docMk/>
      </pc:docMkLst>
      <pc:sldChg chg="modSp">
        <pc:chgData name="Guest User" userId="" providerId="Windows Live" clId="Web-{CD5A05A8-7AD4-EF98-CF68-B40A7C9C0CCD}" dt="2026-05-25T07:37:01.742" v="33" actId="1076"/>
        <pc:sldMkLst>
          <pc:docMk/>
          <pc:sldMk cId="2161113051" sldId="268"/>
        </pc:sldMkLst>
        <pc:spChg chg="mod">
          <ac:chgData name="Guest User" userId="" providerId="Windows Live" clId="Web-{CD5A05A8-7AD4-EF98-CF68-B40A7C9C0CCD}" dt="2026-05-25T07:27:43.582" v="1" actId="20577"/>
          <ac:spMkLst>
            <pc:docMk/>
            <pc:sldMk cId="2161113051" sldId="268"/>
            <ac:spMk id="7" creationId="{F66C5EEB-4521-A64E-16BE-B177AAF93F6A}"/>
          </ac:spMkLst>
        </pc:spChg>
      </pc:sldChg>
      <pc:sldChg chg="modSp">
        <pc:chgData name="Guest User" userId="" providerId="Windows Live" clId="Web-{CD5A05A8-7AD4-EF98-CF68-B40A7C9C0CCD}" dt="2026-05-25T07:27:54.395" v="2" actId="1076"/>
        <pc:sldMkLst>
          <pc:docMk/>
          <pc:sldMk cId="1255536033" sldId="280"/>
        </pc:sldMkLst>
        <pc:picChg chg="mod">
          <ac:chgData name="Guest User" userId="" providerId="Windows Live" clId="Web-{CD5A05A8-7AD4-EF98-CF68-B40A7C9C0CCD}" dt="2026-05-25T07:27:54.395" v="2" actId="1076"/>
          <ac:picMkLst>
            <pc:docMk/>
            <pc:sldMk cId="1255536033" sldId="280"/>
            <ac:picMk id="8" creationId="{98AD264C-92E2-DD41-A641-DC8C53ADF2E3}"/>
          </ac:picMkLst>
        </pc:picChg>
      </pc:sldChg>
      <pc:sldChg chg="modSp">
        <pc:chgData name="Guest User" userId="" providerId="Windows Live" clId="Web-{CD5A05A8-7AD4-EF98-CF68-B40A7C9C0CCD}" dt="2026-05-25T07:31:28.668" v="29"/>
        <pc:sldMkLst>
          <pc:docMk/>
          <pc:sldMk cId="1376243490" sldId="284"/>
        </pc:sldMkLst>
        <pc:graphicFrameChg chg="mod modGraphic">
          <ac:chgData name="Guest User" userId="" providerId="Windows Live" clId="Web-{CD5A05A8-7AD4-EF98-CF68-B40A7C9C0CCD}" dt="2026-05-25T07:31:28.668" v="29"/>
          <ac:graphicFrameMkLst>
            <pc:docMk/>
            <pc:sldMk cId="1376243490" sldId="284"/>
            <ac:graphicFrameMk id="6" creationId="{4E983977-261F-ED6A-23B5-57C40CD259CB}"/>
          </ac:graphicFrameMkLst>
        </pc:graphicFrameChg>
      </pc:sldChg>
    </pc:docChg>
  </pc:docChgLst>
  <pc:docChgLst>
    <pc:chgData name="Guest User" providerId="Windows Live" clId="Web-{FEA5AB86-3AB1-FD28-A295-78A5B2083C51}"/>
    <pc:docChg chg="addSld delSld modSld">
      <pc:chgData name="Guest User" userId="" providerId="Windows Live" clId="Web-{FEA5AB86-3AB1-FD28-A295-78A5B2083C51}" dt="2026-05-26T19:10:21.987" v="293" actId="20577"/>
      <pc:docMkLst>
        <pc:docMk/>
      </pc:docMkLst>
      <pc:sldChg chg="modSp">
        <pc:chgData name="Guest User" userId="" providerId="Windows Live" clId="Web-{FEA5AB86-3AB1-FD28-A295-78A5B2083C51}" dt="2026-05-26T18:18:35.133" v="50" actId="20577"/>
        <pc:sldMkLst>
          <pc:docMk/>
          <pc:sldMk cId="3422313594" sldId="262"/>
        </pc:sldMkLst>
        <pc:spChg chg="mod">
          <ac:chgData name="Guest User" userId="" providerId="Windows Live" clId="Web-{FEA5AB86-3AB1-FD28-A295-78A5B2083C51}" dt="2026-05-26T18:18:35.133" v="50" actId="20577"/>
          <ac:spMkLst>
            <pc:docMk/>
            <pc:sldMk cId="3422313594" sldId="262"/>
            <ac:spMk id="2" creationId="{5C91FC6D-C0D8-13BE-941B-99EF9C37EC82}"/>
          </ac:spMkLst>
        </pc:spChg>
      </pc:sldChg>
      <pc:sldChg chg="modSp">
        <pc:chgData name="Guest User" userId="" providerId="Windows Live" clId="Web-{FEA5AB86-3AB1-FD28-A295-78A5B2083C51}" dt="2026-05-26T18:18:24.524" v="47" actId="20577"/>
        <pc:sldMkLst>
          <pc:docMk/>
          <pc:sldMk cId="91197790" sldId="263"/>
        </pc:sldMkLst>
        <pc:spChg chg="mod">
          <ac:chgData name="Guest User" userId="" providerId="Windows Live" clId="Web-{FEA5AB86-3AB1-FD28-A295-78A5B2083C51}" dt="2026-05-26T18:18:24.524" v="47" actId="20577"/>
          <ac:spMkLst>
            <pc:docMk/>
            <pc:sldMk cId="91197790" sldId="263"/>
            <ac:spMk id="2" creationId="{E9536115-9A42-47CD-07C2-52A494938D05}"/>
          </ac:spMkLst>
        </pc:spChg>
      </pc:sldChg>
      <pc:sldChg chg="modSp">
        <pc:chgData name="Guest User" userId="" providerId="Windows Live" clId="Web-{FEA5AB86-3AB1-FD28-A295-78A5B2083C51}" dt="2026-05-26T18:20:52.904" v="82" actId="20577"/>
        <pc:sldMkLst>
          <pc:docMk/>
          <pc:sldMk cId="1592261892" sldId="265"/>
        </pc:sldMkLst>
        <pc:spChg chg="mod">
          <ac:chgData name="Guest User" userId="" providerId="Windows Live" clId="Web-{FEA5AB86-3AB1-FD28-A295-78A5B2083C51}" dt="2026-05-26T18:20:52.904" v="82" actId="20577"/>
          <ac:spMkLst>
            <pc:docMk/>
            <pc:sldMk cId="1592261892" sldId="265"/>
            <ac:spMk id="2" creationId="{E7AF2D98-7488-7523-09C8-DC3DB91FFCBC}"/>
          </ac:spMkLst>
        </pc:spChg>
      </pc:sldChg>
      <pc:sldChg chg="modSp">
        <pc:chgData name="Guest User" userId="" providerId="Windows Live" clId="Web-{FEA5AB86-3AB1-FD28-A295-78A5B2083C51}" dt="2026-05-26T18:21:07.826" v="86" actId="20577"/>
        <pc:sldMkLst>
          <pc:docMk/>
          <pc:sldMk cId="821685529" sldId="266"/>
        </pc:sldMkLst>
        <pc:spChg chg="mod">
          <ac:chgData name="Guest User" userId="" providerId="Windows Live" clId="Web-{FEA5AB86-3AB1-FD28-A295-78A5B2083C51}" dt="2026-05-26T18:21:07.826" v="86" actId="20577"/>
          <ac:spMkLst>
            <pc:docMk/>
            <pc:sldMk cId="821685529" sldId="266"/>
            <ac:spMk id="2" creationId="{FB11ECA2-5B1B-E376-4320-13EBA66203B7}"/>
          </ac:spMkLst>
        </pc:spChg>
      </pc:sldChg>
      <pc:sldChg chg="modSp">
        <pc:chgData name="Guest User" userId="" providerId="Windows Live" clId="Web-{FEA5AB86-3AB1-FD28-A295-78A5B2083C51}" dt="2026-05-26T18:29:25.452" v="166" actId="20577"/>
        <pc:sldMkLst>
          <pc:docMk/>
          <pc:sldMk cId="417394784" sldId="267"/>
        </pc:sldMkLst>
        <pc:spChg chg="mod">
          <ac:chgData name="Guest User" userId="" providerId="Windows Live" clId="Web-{FEA5AB86-3AB1-FD28-A295-78A5B2083C51}" dt="2026-05-26T18:18:40.743" v="54" actId="20577"/>
          <ac:spMkLst>
            <pc:docMk/>
            <pc:sldMk cId="417394784" sldId="267"/>
            <ac:spMk id="2" creationId="{A81C54D6-8128-28CC-5329-5A72CF3B258B}"/>
          </ac:spMkLst>
        </pc:spChg>
        <pc:spChg chg="mod">
          <ac:chgData name="Guest User" userId="" providerId="Windows Live" clId="Web-{FEA5AB86-3AB1-FD28-A295-78A5B2083C51}" dt="2026-05-26T18:29:25.452" v="166" actId="20577"/>
          <ac:spMkLst>
            <pc:docMk/>
            <pc:sldMk cId="417394784" sldId="267"/>
            <ac:spMk id="3" creationId="{759F985E-8378-D747-E680-B9CB94B91EEF}"/>
          </ac:spMkLst>
        </pc:spChg>
      </pc:sldChg>
      <pc:sldChg chg="modSp">
        <pc:chgData name="Guest User" userId="" providerId="Windows Live" clId="Web-{FEA5AB86-3AB1-FD28-A295-78A5B2083C51}" dt="2026-05-26T18:23:38.800" v="119" actId="20577"/>
        <pc:sldMkLst>
          <pc:docMk/>
          <pc:sldMk cId="1304773272" sldId="269"/>
        </pc:sldMkLst>
        <pc:spChg chg="mod">
          <ac:chgData name="Guest User" userId="" providerId="Windows Live" clId="Web-{FEA5AB86-3AB1-FD28-A295-78A5B2083C51}" dt="2026-05-26T18:23:38.800" v="119" actId="20577"/>
          <ac:spMkLst>
            <pc:docMk/>
            <pc:sldMk cId="1304773272" sldId="269"/>
            <ac:spMk id="2" creationId="{A6BC7155-0103-FC90-91B5-847EF2B38BFE}"/>
          </ac:spMkLst>
        </pc:spChg>
      </pc:sldChg>
      <pc:sldChg chg="modSp">
        <pc:chgData name="Guest User" userId="" providerId="Windows Live" clId="Web-{FEA5AB86-3AB1-FD28-A295-78A5B2083C51}" dt="2026-05-26T18:20:37.450" v="81" actId="20577"/>
        <pc:sldMkLst>
          <pc:docMk/>
          <pc:sldMk cId="2645228629" sldId="270"/>
        </pc:sldMkLst>
        <pc:spChg chg="mod">
          <ac:chgData name="Guest User" userId="" providerId="Windows Live" clId="Web-{FEA5AB86-3AB1-FD28-A295-78A5B2083C51}" dt="2026-05-26T18:20:37.450" v="81" actId="20577"/>
          <ac:spMkLst>
            <pc:docMk/>
            <pc:sldMk cId="2645228629" sldId="270"/>
            <ac:spMk id="2" creationId="{A275BEE0-69B5-5CAE-0AA3-E88251F11378}"/>
          </ac:spMkLst>
        </pc:spChg>
      </pc:sldChg>
      <pc:sldChg chg="modSp">
        <pc:chgData name="Guest User" userId="" providerId="Windows Live" clId="Web-{FEA5AB86-3AB1-FD28-A295-78A5B2083C51}" dt="2026-05-26T18:21:25.577" v="91" actId="20577"/>
        <pc:sldMkLst>
          <pc:docMk/>
          <pc:sldMk cId="572676926" sldId="272"/>
        </pc:sldMkLst>
        <pc:spChg chg="mod">
          <ac:chgData name="Guest User" userId="" providerId="Windows Live" clId="Web-{FEA5AB86-3AB1-FD28-A295-78A5B2083C51}" dt="2026-05-26T18:21:25.577" v="91" actId="20577"/>
          <ac:spMkLst>
            <pc:docMk/>
            <pc:sldMk cId="572676926" sldId="272"/>
            <ac:spMk id="2" creationId="{0B5941EE-7DDB-8A7D-90E0-A5ADDEF1AF64}"/>
          </ac:spMkLst>
        </pc:spChg>
      </pc:sldChg>
      <pc:sldChg chg="modSp">
        <pc:chgData name="Guest User" userId="" providerId="Windows Live" clId="Web-{FEA5AB86-3AB1-FD28-A295-78A5B2083C51}" dt="2026-05-26T18:21:56.531" v="98" actId="1076"/>
        <pc:sldMkLst>
          <pc:docMk/>
          <pc:sldMk cId="2248191021" sldId="274"/>
        </pc:sldMkLst>
        <pc:spChg chg="mod">
          <ac:chgData name="Guest User" userId="" providerId="Windows Live" clId="Web-{FEA5AB86-3AB1-FD28-A295-78A5B2083C51}" dt="2026-05-26T18:21:48.952" v="96" actId="20577"/>
          <ac:spMkLst>
            <pc:docMk/>
            <pc:sldMk cId="2248191021" sldId="274"/>
            <ac:spMk id="2" creationId="{F2815DEF-CD82-CB7F-59AF-B4AECDEDB204}"/>
          </ac:spMkLst>
        </pc:spChg>
        <pc:picChg chg="mod">
          <ac:chgData name="Guest User" userId="" providerId="Windows Live" clId="Web-{FEA5AB86-3AB1-FD28-A295-78A5B2083C51}" dt="2026-05-26T18:21:56.531" v="98" actId="1076"/>
          <ac:picMkLst>
            <pc:docMk/>
            <pc:sldMk cId="2248191021" sldId="274"/>
            <ac:picMk id="10" creationId="{6B27D776-6F8D-B278-8DFF-467F3E83763E}"/>
          </ac:picMkLst>
        </pc:picChg>
      </pc:sldChg>
      <pc:sldChg chg="addSp delSp modSp">
        <pc:chgData name="Guest User" userId="" providerId="Windows Live" clId="Web-{FEA5AB86-3AB1-FD28-A295-78A5B2083C51}" dt="2026-05-26T18:26:01.601" v="156"/>
        <pc:sldMkLst>
          <pc:docMk/>
          <pc:sldMk cId="4082758225" sldId="279"/>
        </pc:sldMkLst>
        <pc:spChg chg="add del mod ord">
          <ac:chgData name="Guest User" userId="" providerId="Windows Live" clId="Web-{FEA5AB86-3AB1-FD28-A295-78A5B2083C51}" dt="2026-05-26T18:25:53.148" v="154"/>
          <ac:spMkLst>
            <pc:docMk/>
            <pc:sldMk cId="4082758225" sldId="279"/>
            <ac:spMk id="8" creationId="{4E689DA1-0383-CE7A-D19A-77D2CBA7C1C5}"/>
          </ac:spMkLst>
        </pc:spChg>
        <pc:picChg chg="ord">
          <ac:chgData name="Guest User" userId="" providerId="Windows Live" clId="Web-{FEA5AB86-3AB1-FD28-A295-78A5B2083C51}" dt="2026-05-26T18:26:01.601" v="156"/>
          <ac:picMkLst>
            <pc:docMk/>
            <pc:sldMk cId="4082758225" sldId="279"/>
            <ac:picMk id="11" creationId="{EB8D513B-CA35-2724-A7B3-42BF402CBFAD}"/>
          </ac:picMkLst>
        </pc:picChg>
      </pc:sldChg>
      <pc:sldChg chg="addSp modSp">
        <pc:chgData name="Guest User" userId="" providerId="Windows Live" clId="Web-{FEA5AB86-3AB1-FD28-A295-78A5B2083C51}" dt="2026-05-26T18:17:18.225" v="34"/>
        <pc:sldMkLst>
          <pc:docMk/>
          <pc:sldMk cId="1255536033" sldId="280"/>
        </pc:sldMkLst>
        <pc:spChg chg="mod">
          <ac:chgData name="Guest User" userId="" providerId="Windows Live" clId="Web-{FEA5AB86-3AB1-FD28-A295-78A5B2083C51}" dt="2026-05-26T18:15:01.298" v="8" actId="20577"/>
          <ac:spMkLst>
            <pc:docMk/>
            <pc:sldMk cId="1255536033" sldId="280"/>
            <ac:spMk id="2" creationId="{EA0C7D5B-85E1-3003-7B84-421D9432E61C}"/>
          </ac:spMkLst>
        </pc:spChg>
        <pc:spChg chg="add mod">
          <ac:chgData name="Guest User" userId="" providerId="Windows Live" clId="Web-{FEA5AB86-3AB1-FD28-A295-78A5B2083C51}" dt="2026-05-26T18:17:18.225" v="34"/>
          <ac:spMkLst>
            <pc:docMk/>
            <pc:sldMk cId="1255536033" sldId="280"/>
            <ac:spMk id="3" creationId="{7A2868F0-8640-27CD-0DA6-305ECF387E81}"/>
          </ac:spMkLst>
        </pc:spChg>
      </pc:sldChg>
      <pc:sldChg chg="modSp">
        <pc:chgData name="Guest User" userId="" providerId="Windows Live" clId="Web-{FEA5AB86-3AB1-FD28-A295-78A5B2083C51}" dt="2026-05-26T18:18:17.961" v="44" actId="20577"/>
        <pc:sldMkLst>
          <pc:docMk/>
          <pc:sldMk cId="789156722" sldId="283"/>
        </pc:sldMkLst>
        <pc:spChg chg="mod">
          <ac:chgData name="Guest User" userId="" providerId="Windows Live" clId="Web-{FEA5AB86-3AB1-FD28-A295-78A5B2083C51}" dt="2026-05-26T18:18:17.961" v="44" actId="20577"/>
          <ac:spMkLst>
            <pc:docMk/>
            <pc:sldMk cId="789156722" sldId="283"/>
            <ac:spMk id="2" creationId="{2685E386-FC1F-DCBD-5DEA-12DBF3C52A1C}"/>
          </ac:spMkLst>
        </pc:spChg>
      </pc:sldChg>
      <pc:sldChg chg="modSp">
        <pc:chgData name="Guest User" userId="" providerId="Windows Live" clId="Web-{FEA5AB86-3AB1-FD28-A295-78A5B2083C51}" dt="2026-05-26T18:21:34.827" v="93" actId="20577"/>
        <pc:sldMkLst>
          <pc:docMk/>
          <pc:sldMk cId="1376243490" sldId="284"/>
        </pc:sldMkLst>
        <pc:spChg chg="mod">
          <ac:chgData name="Guest User" userId="" providerId="Windows Live" clId="Web-{FEA5AB86-3AB1-FD28-A295-78A5B2083C51}" dt="2026-05-26T18:21:34.827" v="93" actId="20577"/>
          <ac:spMkLst>
            <pc:docMk/>
            <pc:sldMk cId="1376243490" sldId="284"/>
            <ac:spMk id="2" creationId="{299F105F-B150-E088-9ECE-7AEF7EE32EE3}"/>
          </ac:spMkLst>
        </pc:spChg>
      </pc:sldChg>
      <pc:sldChg chg="modSp">
        <pc:chgData name="Guest User" userId="" providerId="Windows Live" clId="Web-{FEA5AB86-3AB1-FD28-A295-78A5B2083C51}" dt="2026-05-26T18:23:05.721" v="106" actId="20577"/>
        <pc:sldMkLst>
          <pc:docMk/>
          <pc:sldMk cId="337242776" sldId="286"/>
        </pc:sldMkLst>
        <pc:spChg chg="mod">
          <ac:chgData name="Guest User" userId="" providerId="Windows Live" clId="Web-{FEA5AB86-3AB1-FD28-A295-78A5B2083C51}" dt="2026-05-26T18:23:05.721" v="106" actId="20577"/>
          <ac:spMkLst>
            <pc:docMk/>
            <pc:sldMk cId="337242776" sldId="286"/>
            <ac:spMk id="2" creationId="{B666939D-F280-E392-68D0-2DAE2C1E1DE5}"/>
          </ac:spMkLst>
        </pc:spChg>
      </pc:sldChg>
      <pc:sldChg chg="modSp">
        <pc:chgData name="Guest User" userId="" providerId="Windows Live" clId="Web-{FEA5AB86-3AB1-FD28-A295-78A5B2083C51}" dt="2026-05-26T18:23:09.783" v="107" actId="20577"/>
        <pc:sldMkLst>
          <pc:docMk/>
          <pc:sldMk cId="4089858146" sldId="287"/>
        </pc:sldMkLst>
        <pc:spChg chg="mod">
          <ac:chgData name="Guest User" userId="" providerId="Windows Live" clId="Web-{FEA5AB86-3AB1-FD28-A295-78A5B2083C51}" dt="2026-05-26T18:23:09.783" v="107" actId="20577"/>
          <ac:spMkLst>
            <pc:docMk/>
            <pc:sldMk cId="4089858146" sldId="287"/>
            <ac:spMk id="2" creationId="{A4E9EA09-FEC0-6048-749E-8A0F64809165}"/>
          </ac:spMkLst>
        </pc:spChg>
      </pc:sldChg>
      <pc:sldChg chg="modSp">
        <pc:chgData name="Guest User" userId="" providerId="Windows Live" clId="Web-{FEA5AB86-3AB1-FD28-A295-78A5B2083C51}" dt="2026-05-26T18:23:12.549" v="108" actId="20577"/>
        <pc:sldMkLst>
          <pc:docMk/>
          <pc:sldMk cId="3027028098" sldId="288"/>
        </pc:sldMkLst>
        <pc:spChg chg="mod">
          <ac:chgData name="Guest User" userId="" providerId="Windows Live" clId="Web-{FEA5AB86-3AB1-FD28-A295-78A5B2083C51}" dt="2026-05-26T18:23:12.549" v="108" actId="20577"/>
          <ac:spMkLst>
            <pc:docMk/>
            <pc:sldMk cId="3027028098" sldId="288"/>
            <ac:spMk id="2" creationId="{71DAB51D-F09A-E12B-A2A5-3209A509BB5E}"/>
          </ac:spMkLst>
        </pc:spChg>
      </pc:sldChg>
      <pc:sldChg chg="modSp">
        <pc:chgData name="Guest User" userId="" providerId="Windows Live" clId="Web-{FEA5AB86-3AB1-FD28-A295-78A5B2083C51}" dt="2026-05-26T18:23:16.033" v="109" actId="20577"/>
        <pc:sldMkLst>
          <pc:docMk/>
          <pc:sldMk cId="2495737889" sldId="289"/>
        </pc:sldMkLst>
        <pc:spChg chg="mod">
          <ac:chgData name="Guest User" userId="" providerId="Windows Live" clId="Web-{FEA5AB86-3AB1-FD28-A295-78A5B2083C51}" dt="2026-05-26T18:23:16.033" v="109" actId="20577"/>
          <ac:spMkLst>
            <pc:docMk/>
            <pc:sldMk cId="2495737889" sldId="289"/>
            <ac:spMk id="2" creationId="{F702BE1E-1EA5-36BD-B3E5-856A3A6AAC84}"/>
          </ac:spMkLst>
        </pc:spChg>
      </pc:sldChg>
      <pc:sldChg chg="modSp">
        <pc:chgData name="Guest User" userId="" providerId="Windows Live" clId="Web-{FEA5AB86-3AB1-FD28-A295-78A5B2083C51}" dt="2026-05-26T18:53:51.435" v="246" actId="14100"/>
        <pc:sldMkLst>
          <pc:docMk/>
          <pc:sldMk cId="1034748137" sldId="290"/>
        </pc:sldMkLst>
        <pc:spChg chg="mod">
          <ac:chgData name="Guest User" userId="" providerId="Windows Live" clId="Web-{FEA5AB86-3AB1-FD28-A295-78A5B2083C51}" dt="2026-05-26T18:53:51.435" v="246" actId="14100"/>
          <ac:spMkLst>
            <pc:docMk/>
            <pc:sldMk cId="1034748137" sldId="290"/>
            <ac:spMk id="3" creationId="{A28307BE-A026-3608-2855-58C669ECF71F}"/>
          </ac:spMkLst>
        </pc:spChg>
      </pc:sldChg>
      <pc:sldChg chg="modSp">
        <pc:chgData name="Guest User" userId="" providerId="Windows Live" clId="Web-{FEA5AB86-3AB1-FD28-A295-78A5B2083C51}" dt="2026-05-26T18:23:29.190" v="117" actId="20577"/>
        <pc:sldMkLst>
          <pc:docMk/>
          <pc:sldMk cId="4273319325" sldId="291"/>
        </pc:sldMkLst>
        <pc:spChg chg="mod">
          <ac:chgData name="Guest User" userId="" providerId="Windows Live" clId="Web-{FEA5AB86-3AB1-FD28-A295-78A5B2083C51}" dt="2026-05-26T18:23:29.190" v="117" actId="20577"/>
          <ac:spMkLst>
            <pc:docMk/>
            <pc:sldMk cId="4273319325" sldId="291"/>
            <ac:spMk id="2" creationId="{FCDD743C-92CD-C136-82AE-393826930C97}"/>
          </ac:spMkLst>
        </pc:spChg>
      </pc:sldChg>
      <pc:sldChg chg="addSp delSp modSp add replId">
        <pc:chgData name="Guest User" userId="" providerId="Windows Live" clId="Web-{FEA5AB86-3AB1-FD28-A295-78A5B2083C51}" dt="2026-05-26T18:17:36.225" v="38" actId="20577"/>
        <pc:sldMkLst>
          <pc:docMk/>
          <pc:sldMk cId="3893556421" sldId="292"/>
        </pc:sldMkLst>
        <pc:spChg chg="add mod">
          <ac:chgData name="Guest User" userId="" providerId="Windows Live" clId="Web-{FEA5AB86-3AB1-FD28-A295-78A5B2083C51}" dt="2026-05-26T18:17:36.225" v="38" actId="20577"/>
          <ac:spMkLst>
            <pc:docMk/>
            <pc:sldMk cId="3893556421" sldId="292"/>
            <ac:spMk id="11" creationId="{D38F6C1C-8DE1-DCF5-67C5-32D43B81F0D9}"/>
          </ac:spMkLst>
        </pc:spChg>
        <pc:picChg chg="add mod">
          <ac:chgData name="Guest User" userId="" providerId="Windows Live" clId="Web-{FEA5AB86-3AB1-FD28-A295-78A5B2083C51}" dt="2026-05-26T18:16:22.973" v="24" actId="1076"/>
          <ac:picMkLst>
            <pc:docMk/>
            <pc:sldMk cId="3893556421" sldId="292"/>
            <ac:picMk id="6" creationId="{CAD3CEA0-6895-6BE8-768F-F91076570C7F}"/>
          </ac:picMkLst>
        </pc:picChg>
      </pc:sldChg>
    </pc:docChg>
  </pc:docChgLst>
  <pc:docChgLst>
    <pc:chgData name="Guest User" providerId="Windows Live" clId="Web-{70328C21-7486-F457-7CD3-3D997F81433D}"/>
    <pc:docChg chg="modSld">
      <pc:chgData name="Guest User" userId="" providerId="Windows Live" clId="Web-{70328C21-7486-F457-7CD3-3D997F81433D}" dt="2026-05-25T09:44:06.436" v="43"/>
      <pc:docMkLst>
        <pc:docMk/>
      </pc:docMkLst>
    </pc:docChg>
  </pc:docChgLst>
  <pc:docChgLst>
    <pc:chgData name="Guest User" providerId="Windows Live" clId="Web-{75703F62-8422-DFEF-BD90-AF1C00FB821C}"/>
    <pc:docChg chg="modSld">
      <pc:chgData name="Guest User" userId="" providerId="Windows Live" clId="Web-{75703F62-8422-DFEF-BD90-AF1C00FB821C}" dt="2026-05-20T04:49:29.681" v="44" actId="1076"/>
      <pc:docMkLst>
        <pc:docMk/>
      </pc:docMkLst>
      <pc:sldChg chg="modSp">
        <pc:chgData name="Guest User" userId="" providerId="Windows Live" clId="Web-{75703F62-8422-DFEF-BD90-AF1C00FB821C}" dt="2026-05-20T04:33:54.400" v="39" actId="20577"/>
        <pc:sldMkLst>
          <pc:docMk/>
          <pc:sldMk cId="4075790665" sldId="256"/>
        </pc:sldMkLst>
        <pc:spChg chg="mod">
          <ac:chgData name="Guest User" userId="" providerId="Windows Live" clId="Web-{75703F62-8422-DFEF-BD90-AF1C00FB821C}" dt="2026-05-20T04:33:54.400" v="39" actId="20577"/>
          <ac:spMkLst>
            <pc:docMk/>
            <pc:sldMk cId="4075790665" sldId="256"/>
            <ac:spMk id="3" creationId="{0E6D31A7-FA1E-F721-42C2-66D265458DF0}"/>
          </ac:spMkLst>
        </pc:spChg>
      </pc:sldChg>
      <pc:sldChg chg="addSp modSp">
        <pc:chgData name="Guest User" userId="" providerId="Windows Live" clId="Web-{75703F62-8422-DFEF-BD90-AF1C00FB821C}" dt="2026-05-20T04:49:29.681" v="44" actId="1076"/>
        <pc:sldMkLst>
          <pc:docMk/>
          <pc:sldMk cId="3422313594" sldId="262"/>
        </pc:sldMkLst>
      </pc:sldChg>
    </pc:docChg>
  </pc:docChgLst>
  <pc:docChgLst>
    <pc:chgData name="Guest User" providerId="Windows Live" clId="Web-{554FDDA7-22D3-29AA-6E22-9513180B2AF8}"/>
    <pc:docChg chg="addSld modSld sldOrd">
      <pc:chgData name="Guest User" userId="" providerId="Windows Live" clId="Web-{554FDDA7-22D3-29AA-6E22-9513180B2AF8}" dt="2026-06-04T16:57:29.500" v="431"/>
      <pc:docMkLst>
        <pc:docMk/>
      </pc:docMkLst>
      <pc:sldChg chg="modSp">
        <pc:chgData name="Guest User" userId="" providerId="Windows Live" clId="Web-{554FDDA7-22D3-29AA-6E22-9513180B2AF8}" dt="2026-06-04T13:36:25.181" v="0" actId="20577"/>
        <pc:sldMkLst>
          <pc:docMk/>
          <pc:sldMk cId="91197790" sldId="263"/>
        </pc:sldMkLst>
        <pc:spChg chg="mod">
          <ac:chgData name="Guest User" userId="" providerId="Windows Live" clId="Web-{554FDDA7-22D3-29AA-6E22-9513180B2AF8}" dt="2026-06-04T13:36:25.181" v="0" actId="20577"/>
          <ac:spMkLst>
            <pc:docMk/>
            <pc:sldMk cId="91197790" sldId="263"/>
            <ac:spMk id="7" creationId="{1C05CB2B-A119-A8F3-7CF8-2BD60B6F8E6E}"/>
          </ac:spMkLst>
        </pc:spChg>
      </pc:sldChg>
      <pc:sldChg chg="modSp new">
        <pc:chgData name="Guest User" userId="" providerId="Windows Live" clId="Web-{554FDDA7-22D3-29AA-6E22-9513180B2AF8}" dt="2026-06-04T16:48:00.209" v="272" actId="20577"/>
        <pc:sldMkLst>
          <pc:docMk/>
          <pc:sldMk cId="2622624282" sldId="298"/>
        </pc:sldMkLst>
        <pc:spChg chg="mod">
          <ac:chgData name="Guest User" userId="" providerId="Windows Live" clId="Web-{554FDDA7-22D3-29AA-6E22-9513180B2AF8}" dt="2026-06-04T14:55:42.895" v="32"/>
          <ac:spMkLst>
            <pc:docMk/>
            <pc:sldMk cId="2622624282" sldId="298"/>
            <ac:spMk id="2" creationId="{4BC0DB29-AC9B-25D5-129B-E2F756109E60}"/>
          </ac:spMkLst>
        </pc:spChg>
        <pc:spChg chg="mod">
          <ac:chgData name="Guest User" userId="" providerId="Windows Live" clId="Web-{554FDDA7-22D3-29AA-6E22-9513180B2AF8}" dt="2026-06-04T16:48:00.209" v="272" actId="20577"/>
          <ac:spMkLst>
            <pc:docMk/>
            <pc:sldMk cId="2622624282" sldId="298"/>
            <ac:spMk id="3" creationId="{2FE71236-B803-11B1-450B-2A0B6B620146}"/>
          </ac:spMkLst>
        </pc:spChg>
      </pc:sldChg>
      <pc:sldChg chg="modSp new">
        <pc:chgData name="Guest User" userId="" providerId="Windows Live" clId="Web-{554FDDA7-22D3-29AA-6E22-9513180B2AF8}" dt="2026-06-04T15:31:58.442" v="119" actId="20577"/>
        <pc:sldMkLst>
          <pc:docMk/>
          <pc:sldMk cId="1357055956" sldId="299"/>
        </pc:sldMkLst>
        <pc:spChg chg="mod">
          <ac:chgData name="Guest User" userId="" providerId="Windows Live" clId="Web-{554FDDA7-22D3-29AA-6E22-9513180B2AF8}" dt="2026-06-04T15:05:23.322" v="51"/>
          <ac:spMkLst>
            <pc:docMk/>
            <pc:sldMk cId="1357055956" sldId="299"/>
            <ac:spMk id="2" creationId="{9D125E4B-796C-0BB3-8FE6-C01A1A1F7662}"/>
          </ac:spMkLst>
        </pc:spChg>
        <pc:spChg chg="mod">
          <ac:chgData name="Guest User" userId="" providerId="Windows Live" clId="Web-{554FDDA7-22D3-29AA-6E22-9513180B2AF8}" dt="2026-06-04T15:31:58.442" v="119" actId="20577"/>
          <ac:spMkLst>
            <pc:docMk/>
            <pc:sldMk cId="1357055956" sldId="299"/>
            <ac:spMk id="3" creationId="{ECAC197F-1F54-E4D4-00FE-6F505E80E157}"/>
          </ac:spMkLst>
        </pc:spChg>
      </pc:sldChg>
      <pc:sldChg chg="modSp new">
        <pc:chgData name="Guest User" userId="" providerId="Windows Live" clId="Web-{554FDDA7-22D3-29AA-6E22-9513180B2AF8}" dt="2026-06-04T16:01:12.425" v="207" actId="20577"/>
        <pc:sldMkLst>
          <pc:docMk/>
          <pc:sldMk cId="2846859454" sldId="300"/>
        </pc:sldMkLst>
        <pc:spChg chg="mod">
          <ac:chgData name="Guest User" userId="" providerId="Windows Live" clId="Web-{554FDDA7-22D3-29AA-6E22-9513180B2AF8}" dt="2026-06-04T15:35:35.013" v="123" actId="20577"/>
          <ac:spMkLst>
            <pc:docMk/>
            <pc:sldMk cId="2846859454" sldId="300"/>
            <ac:spMk id="2" creationId="{B1B56749-69F7-F748-0238-BAA6710F29EE}"/>
          </ac:spMkLst>
        </pc:spChg>
        <pc:spChg chg="mod">
          <ac:chgData name="Guest User" userId="" providerId="Windows Live" clId="Web-{554FDDA7-22D3-29AA-6E22-9513180B2AF8}" dt="2026-06-04T16:01:12.425" v="207" actId="20577"/>
          <ac:spMkLst>
            <pc:docMk/>
            <pc:sldMk cId="2846859454" sldId="300"/>
            <ac:spMk id="3" creationId="{2AB5F0C8-F987-1EAB-0490-5151050CD488}"/>
          </ac:spMkLst>
        </pc:spChg>
      </pc:sldChg>
      <pc:sldChg chg="modSp new">
        <pc:chgData name="Guest User" userId="" providerId="Windows Live" clId="Web-{554FDDA7-22D3-29AA-6E22-9513180B2AF8}" dt="2026-06-04T15:36:01.545" v="128" actId="20577"/>
        <pc:sldMkLst>
          <pc:docMk/>
          <pc:sldMk cId="3549278252" sldId="301"/>
        </pc:sldMkLst>
        <pc:spChg chg="mod">
          <ac:chgData name="Guest User" userId="" providerId="Windows Live" clId="Web-{554FDDA7-22D3-29AA-6E22-9513180B2AF8}" dt="2026-06-04T15:36:01.545" v="128" actId="20577"/>
          <ac:spMkLst>
            <pc:docMk/>
            <pc:sldMk cId="3549278252" sldId="301"/>
            <ac:spMk id="2" creationId="{D1397D98-CEFD-D430-8246-459D57FEB526}"/>
          </ac:spMkLst>
        </pc:spChg>
      </pc:sldChg>
      <pc:sldChg chg="modSp new">
        <pc:chgData name="Guest User" userId="" providerId="Windows Live" clId="Web-{554FDDA7-22D3-29AA-6E22-9513180B2AF8}" dt="2026-06-04T16:01:42.114" v="212" actId="20577"/>
        <pc:sldMkLst>
          <pc:docMk/>
          <pc:sldMk cId="1601488717" sldId="303"/>
        </pc:sldMkLst>
        <pc:spChg chg="mod">
          <ac:chgData name="Guest User" userId="" providerId="Windows Live" clId="Web-{554FDDA7-22D3-29AA-6E22-9513180B2AF8}" dt="2026-06-04T16:01:42.114" v="212" actId="20577"/>
          <ac:spMkLst>
            <pc:docMk/>
            <pc:sldMk cId="1601488717" sldId="303"/>
            <ac:spMk id="2" creationId="{DF5D8357-1F6D-0E4B-FE16-F0F7F817E950}"/>
          </ac:spMkLst>
        </pc:spChg>
      </pc:sldChg>
      <pc:sldChg chg="modSp">
        <pc:chgData name="Guest User" userId="" providerId="Windows Live" clId="Web-{554FDDA7-22D3-29AA-6E22-9513180B2AF8}" dt="2026-06-04T16:46:38.519" v="263" actId="20577"/>
        <pc:sldMkLst>
          <pc:docMk/>
          <pc:sldMk cId="3542184893" sldId="304"/>
        </pc:sldMkLst>
        <pc:spChg chg="mod">
          <ac:chgData name="Guest User" userId="" providerId="Windows Live" clId="Web-{554FDDA7-22D3-29AA-6E22-9513180B2AF8}" dt="2026-06-04T16:46:38.519" v="263" actId="20577"/>
          <ac:spMkLst>
            <pc:docMk/>
            <pc:sldMk cId="3542184893" sldId="304"/>
            <ac:spMk id="3" creationId="{E00D2D3E-1373-FCD1-21AE-019089E39C7C}"/>
          </ac:spMkLst>
        </pc:spChg>
      </pc:sldChg>
      <pc:sldChg chg="modSp new">
        <pc:chgData name="Guest User" userId="" providerId="Windows Live" clId="Web-{554FDDA7-22D3-29AA-6E22-9513180B2AF8}" dt="2026-06-04T16:48:18.272" v="277" actId="20577"/>
        <pc:sldMkLst>
          <pc:docMk/>
          <pc:sldMk cId="2976931440" sldId="307"/>
        </pc:sldMkLst>
        <pc:spChg chg="mod">
          <ac:chgData name="Guest User" userId="" providerId="Windows Live" clId="Web-{554FDDA7-22D3-29AA-6E22-9513180B2AF8}" dt="2026-06-04T16:48:18.272" v="277" actId="20577"/>
          <ac:spMkLst>
            <pc:docMk/>
            <pc:sldMk cId="2976931440" sldId="307"/>
            <ac:spMk id="2" creationId="{8AD8EBBA-2A9E-3DB8-856B-82ED4F3E7CF9}"/>
          </ac:spMkLst>
        </pc:spChg>
      </pc:sldChg>
      <pc:sldChg chg="modSp new">
        <pc:chgData name="Guest User" userId="" providerId="Windows Live" clId="Web-{554FDDA7-22D3-29AA-6E22-9513180B2AF8}" dt="2026-06-04T16:54:49.791" v="418" actId="20577"/>
        <pc:sldMkLst>
          <pc:docMk/>
          <pc:sldMk cId="482197589" sldId="308"/>
        </pc:sldMkLst>
        <pc:spChg chg="mod">
          <ac:chgData name="Guest User" userId="" providerId="Windows Live" clId="Web-{554FDDA7-22D3-29AA-6E22-9513180B2AF8}" dt="2026-06-04T16:54:49.791" v="418" actId="20577"/>
          <ac:spMkLst>
            <pc:docMk/>
            <pc:sldMk cId="482197589" sldId="308"/>
            <ac:spMk id="2" creationId="{AE0E6459-1EBF-DB1E-33DF-0B7D248CB3D8}"/>
          </ac:spMkLst>
        </pc:spChg>
      </pc:sldChg>
      <pc:sldChg chg="addSp delSp modSp new ord">
        <pc:chgData name="Guest User" userId="" providerId="Windows Live" clId="Web-{554FDDA7-22D3-29AA-6E22-9513180B2AF8}" dt="2026-06-04T16:57:29.500" v="431"/>
        <pc:sldMkLst>
          <pc:docMk/>
          <pc:sldMk cId="875590977" sldId="309"/>
        </pc:sldMkLst>
        <pc:spChg chg="mod">
          <ac:chgData name="Guest User" userId="" providerId="Windows Live" clId="Web-{554FDDA7-22D3-29AA-6E22-9513180B2AF8}" dt="2026-06-04T16:54:45.087" v="417" actId="20577"/>
          <ac:spMkLst>
            <pc:docMk/>
            <pc:sldMk cId="875590977" sldId="309"/>
            <ac:spMk id="2" creationId="{B7E8ED32-C9A2-F5A6-80F1-E6C3C6AE0CD6}"/>
          </ac:spMkLst>
        </pc:spChg>
        <pc:graphicFrameChg chg="add mod ord modGraphic">
          <ac:chgData name="Guest User" userId="" providerId="Windows Live" clId="Web-{554FDDA7-22D3-29AA-6E22-9513180B2AF8}" dt="2026-06-04T16:57:29.500" v="431"/>
          <ac:graphicFrameMkLst>
            <pc:docMk/>
            <pc:sldMk cId="875590977" sldId="309"/>
            <ac:graphicFrameMk id="6" creationId="{B31D992E-1070-C881-BA8E-9A1E4609A483}"/>
          </ac:graphicFrameMkLst>
        </pc:graphicFrameChg>
      </pc:sldChg>
    </pc:docChg>
  </pc:docChgLst>
  <pc:docChgLst>
    <pc:chgData name="Guest User" providerId="Windows Live" clId="Web-{0F2C8626-498A-EAC6-D587-C705FFAC97CF}"/>
    <pc:docChg chg="modSld sldOrd">
      <pc:chgData name="Guest User" userId="" providerId="Windows Live" clId="Web-{0F2C8626-498A-EAC6-D587-C705FFAC97CF}" dt="2026-05-27T14:13:54.495" v="22" actId="20577"/>
      <pc:docMkLst>
        <pc:docMk/>
      </pc:docMkLst>
      <pc:sldChg chg="ord">
        <pc:chgData name="Guest User" userId="" providerId="Windows Live" clId="Web-{0F2C8626-498A-EAC6-D587-C705FFAC97CF}" dt="2026-05-27T13:48:03.944" v="3"/>
        <pc:sldMkLst>
          <pc:docMk/>
          <pc:sldMk cId="417394784" sldId="267"/>
        </pc:sldMkLst>
      </pc:sldChg>
      <pc:sldChg chg="modSp">
        <pc:chgData name="Guest User" userId="" providerId="Windows Live" clId="Web-{0F2C8626-498A-EAC6-D587-C705FFAC97CF}" dt="2026-05-27T14:13:54.495" v="22" actId="20577"/>
        <pc:sldMkLst>
          <pc:docMk/>
          <pc:sldMk cId="337242776" sldId="286"/>
        </pc:sldMkLst>
        <pc:spChg chg="mod">
          <ac:chgData name="Guest User" userId="" providerId="Windows Live" clId="Web-{0F2C8626-498A-EAC6-D587-C705FFAC97CF}" dt="2026-05-27T14:13:54.495" v="22" actId="20577"/>
          <ac:spMkLst>
            <pc:docMk/>
            <pc:sldMk cId="337242776" sldId="286"/>
            <ac:spMk id="3" creationId="{D7FE6324-33BE-3C92-D15C-779176E298E9}"/>
          </ac:spMkLst>
        </pc:spChg>
      </pc:sldChg>
    </pc:docChg>
  </pc:docChgLst>
  <pc:docChgLst>
    <pc:chgData name="Guest User" providerId="Windows Live" clId="Web-{93906E70-EC34-8204-4F1C-2F6EAB22D68C}"/>
    <pc:docChg chg="modSld">
      <pc:chgData name="Guest User" userId="" providerId="Windows Live" clId="Web-{93906E70-EC34-8204-4F1C-2F6EAB22D68C}" dt="2026-05-19T13:45:48.537" v="3"/>
      <pc:docMkLst>
        <pc:docMk/>
      </pc:docMkLst>
    </pc:docChg>
  </pc:docChgLst>
  <pc:docChgLst>
    <pc:chgData name="Guest User" providerId="Windows Live" clId="Web-{603285D7-8907-E07D-98C7-3F66C52AA694}"/>
    <pc:docChg chg="delSld modSld sldOrd">
      <pc:chgData name="Guest User" userId="" providerId="Windows Live" clId="Web-{603285D7-8907-E07D-98C7-3F66C52AA694}" dt="2026-05-20T08:44:06.898" v="63" actId="20577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10:07:27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7365 7752 16383 0 0,'-7'0'0'0'0,"-9"0"0"0"0,-10 0 0 0 0,-6 0 0 0 0,1 8 0 0 0,-1 2 0 0 0,-1-1 0 0 0,-3-2 0 0 0,-2 6 0 0 0,-2 0 0 0 0,6 6 0 0 0,2-1 0 0 0,6 4 0 0 0,0-2 0 0 0,-1-4 0 0 0,2 3 0 0 0,0-2 0 0 0,-4 3 0 0 0,-4-2 0 0 0,4 4 0 0 0,7 6 0 0 0,0-3 0 0 0,3 2 0 0 0,-1-3 0 0 0,2 1 0 0 0,-3-3 0 0 0,3 2 0 0 0,-4 4 0 0 0,3 5 0 0 0,-3-4 0 0 0,3 1 0 0 0,4 3 0 0 0,-2 3 0 0 0,1 3 0 0 0,4 2 0 0 0,4 1 0 0 0,-4-6 0 0 0,0-2 0 0 0,3 1 0 0 0,2 1 0 0 0,-5-4 0 0 0,0-2 0 0 0,2 3 0 0 0,-4 2 0 0 0,0 3 0 0 0,2 2 0 0 0,-3-5 0 0 0,0-2 0 0 0,3 1 0 0 0,4 3 0 0 0,2 1 0 0 0,-3 3 0 0 0,-2 1 0 0 0,2 1 0 0 0,2 0 0 0 0,3 1 0 0 0,1 0 0 0 0,-5-1 0 0 0,-2 1 0 0 0,-5 0 0 0 0,-2-1 0 0 0,4 0 0 0 0,3 1 0 0 0,3-1 0 0 0,4 1 0 0 0,-6-1 0 0 0,-1 0 0 0 0,2 1 0 0 0,1-1 0 0 0,3 0 0 0 0,1 1 0 0 0,-5-1 0 0 0,-2 0 0 0 0,1 1 0 0 0,2 7 0 0 0,3 2 0 0 0,-6-1 0 0 0,-1-1 0 0 0,2-2 0 0 0,2-2 0 0 0,-5-2 0 0 0,0-1 0 0 0,1-1 0 0 0,4 0 0 0 0,2 0 0 0 0,2 0 0 0 0,2 0 0 0 0,1 0 0 0 0,0 1 0 0 0,-7-1 0 0 0,-2 0 0 0 0,1 1 0 0 0,1-1 0 0 0,2 0 0 0 0,2 1 0 0 0,1-1 0 0 0,2 1 0 0 0,0-1 0 0 0,0 0 0 0 0,0 1 0 0 0,1-1 0 0 0,-1 0 0 0 0,0 1 0 0 0,0-1 0 0 0,0 0 0 0 0,0 1 0 0 0,0-1 0 0 0,0 1 0 0 0,0-1 0 0 0,0 0 0 0 0,0 1 0 0 0,0-1 0 0 0,0 0 0 0 0,0 1 0 0 0,0-1 0 0 0,0 0 0 0 0,0 1 0 0 0,0-1 0 0 0,0 1 0 0 0,0-1 0 0 0,0 0 0 0 0,0 1 0 0 0,0-1 0 0 0,0 0 0 0 0,0 1 0 0 0,0-1 0 0 0,0 0 0 0 0,0 1 0 0 0,0-1 0 0 0,0 1 0 0 0,0-1 0 0 0,0 0 0 0 0,0 1 0 0 0,0-1 0 0 0,0 0 0 0 0,-7-7 0 0 0,-2-2 0 0 0,0 0 0 0 0,2 2 0 0 0,2 2 0 0 0,1 2 0 0 0,3 1 0 0 0,0 2 0 0 0,1 0 0 0 0,0 1 0 0 0,1 0 0 0 0,-1 0 0 0 0,1-1 0 0 0,-1 1 0 0 0,0-1 0 0 0,0 1 0 0 0,0-1 0 0 0,0 1 0 0 0,0-1 0 0 0,0 0 0 0 0,0 1 0 0 0,0-1 0 0 0,0 0 0 0 0,0 1 0 0 0,0-1 0 0 0,0 0 0 0 0,0 1 0 0 0,0-1 0 0 0,0 0 0 0 0,7-7 0 0 0,2-2 0 0 0,0 0 0 0 0,-1 2 0 0 0,-3 2 0 0 0,-2 2 0 0 0,6-6 0 0 0,1-1 0 0 0,-1 1 0 0 0,-2 2 0 0 0,4-5 0 0 0,2 0 0 0 0,-3 1 0 0 0,-3 4 0 0 0,6 2 0 0 0,-1 2 0 0 0,-2 2 0 0 0,-3 1 0 0 0,-2 1 0 0 0,5-7 0 0 0,1-3 0 0 0,-2 0 0 0 0,-2 2 0 0 0,-3 3 0 0 0,-1 1 0 0 0,-2 1 0 0 0,7-5 0 0 0,1-3 0 0 0,-1 2 0 0 0,-1 1 0 0 0,-2 2 0 0 0,-2 3 0 0 0,5-7 0 0 0,2-1 0 0 0,-1 1 0 0 0,5 2 0 0 0,0 3 0 0 0,-2 1 0 0 0,-3 2 0 0 0,3 1 0 0 0,1 0 0 0 0,-3 1 0 0 0,4 0 0 0 0,1 0 0 0 0,-4-1 0 0 0,-3 1 0 0 0,5-1 0 0 0,-1-7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10:07:27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5741 12318 16383 0 0,'0'6'0'0'0,"0"8"0"0"0,7 2 0 0 0,1 5 0 0 0,0 4 0 0 0,4-1 0 0 0,7-6 0 0 0,0 1 0 0 0,-3 4 0 0 0,-5 3 0 0 0,3-2 0 0 0,-2 1 0 0 0,4-4 0 0 0,-1 1 0 0 0,3-4 0 0 0,-1 2 0 0 0,2-3 0 0 0,-2 2 0 0 0,-4 4 0 0 0,3-2 0 0 0,-2 2 0 0 0,2 3 0 0 0,0 3 0 0 0,2-3 0 0 0,5-6 0 0 0,-2 0 0 0 0,2-4 0 0 0,4 2 0 0 0,-4 4 0 0 0,1-2 0 0 0,3-4 0 0 0,-4 2 0 0 0,1-3 0 0 0,-4 2 0 0 0,1-1 0 0 0,-3-10 0 0 0,-4-12 0 0 0,-6-11 0 0 0,-3-10 0 0 0,-2-5 0 0 0,3 2 0 0 0,2 0 0 0 0,-1-1 0 0 0,-2-1 0 0 0,-1-2 0 0 0,-2-1 0 0 0,0-1 0 0 0,-2 0 0 0 0,6 5 0 0 0,2 3 0 0 0,6 5 0 0 0,0 1 0 0 0,-2-2 0 0 0,-3-4 0 0 0,-3-2 0 0 0,4 3 0 0 0,-1 0 0 0 0,0-1 0 0 0,3-3 0 0 0,0-1 0 0 0,-2-3 0 0 0,-3 0 0 0 0,4 5 0 0 0,0 1 0 0 0,4 0 0 0 0,0 5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5413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14450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72375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84019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3700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24120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74632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740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02425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13033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78815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proceedings/10.5555/373791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40.png"/><Relationship Id="rId4" Type="http://schemas.openxmlformats.org/officeDocument/2006/relationships/customXml" Target="../ink/ink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U-MIG/yolov10" TargetMode="External"/><Relationship Id="rId2" Type="http://schemas.openxmlformats.org/officeDocument/2006/relationships/hyperlink" Target="https://arxiv.org/abs/2410.2196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reubensuju/celeb-df-v2" TargetMode="External"/><Relationship Id="rId5" Type="http://schemas.openxmlformats.org/officeDocument/2006/relationships/hyperlink" Target="https://www.kaggle.com/datasets/xdxd003/ff-c23" TargetMode="External"/><Relationship Id="rId4" Type="http://schemas.openxmlformats.org/officeDocument/2006/relationships/hyperlink" Target="https://github.com/10Ring/FakeFormer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ithelp.ithome.com.tw/articles/10204480" TargetMode="External"/><Relationship Id="rId2" Type="http://schemas.openxmlformats.org/officeDocument/2006/relationships/hyperlink" Target="https://ithelp.ithome.com.tw/articles/10204229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kanametov/yolo-face" TargetMode="External"/><Relationship Id="rId3" Type="http://schemas.openxmlformats.org/officeDocument/2006/relationships/hyperlink" Target="https://medium.com/data-science-navigator/variational-autoencoder" TargetMode="External"/><Relationship Id="rId7" Type="http://schemas.openxmlformats.org/officeDocument/2006/relationships/hyperlink" Target="https://github.com/derronqi/yolov8-face" TargetMode="External"/><Relationship Id="rId2" Type="http://schemas.openxmlformats.org/officeDocument/2006/relationships/hyperlink" Target="https://blog.csdn.net/weixin_47524903/article/details/12436411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erronqi/yolov7-face" TargetMode="External"/><Relationship Id="rId5" Type="http://schemas.openxmlformats.org/officeDocument/2006/relationships/hyperlink" Target="https://github.com/deepcam-cn/yolov5-face" TargetMode="External"/><Relationship Id="rId4" Type="http://schemas.openxmlformats.org/officeDocument/2006/relationships/hyperlink" Target="https://ithelp.ithome.com.tw/articles/1019625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B1D719-A7E4-BBE0-D941-7E30B90A3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339" y="2746605"/>
            <a:ext cx="10884095" cy="1655225"/>
          </a:xfrm>
        </p:spPr>
        <p:txBody>
          <a:bodyPr/>
          <a:lstStyle/>
          <a:p>
            <a:pPr algn="ctr"/>
            <a:r>
              <a:rPr lang="en-US" altLang="zh-TW" cap="none">
                <a:latin typeface="Calisto MT"/>
                <a:ea typeface="PMingLiU"/>
              </a:rPr>
              <a:t>Deepfake</a:t>
            </a:r>
            <a:r>
              <a:rPr lang="zh-TW" altLang="en-US">
                <a:latin typeface="PMingLiU"/>
                <a:ea typeface="PMingLiU"/>
              </a:rPr>
              <a:t>人臉偵測</a:t>
            </a:r>
            <a:r>
              <a:rPr lang="zh-TW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的應用程式</a:t>
            </a:r>
            <a:endParaRPr lang="zh-TW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  <a:ea typeface="PMingLiU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E6D31A7-FA1E-F721-42C2-66D265458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6174"/>
            <a:ext cx="8939561" cy="1460616"/>
          </a:xfrm>
        </p:spPr>
        <p:txBody>
          <a:bodyPr/>
          <a:lstStyle/>
          <a:p>
            <a:r>
              <a:rPr lang="en-US" altLang="zh-TW"/>
              <a:t>2026/6/9</a:t>
            </a:r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2DA4C-6343-2394-9C23-6E251E95BB1F}"/>
              </a:ext>
            </a:extLst>
          </p:cNvPr>
          <p:cNvSpPr txBox="1"/>
          <p:nvPr/>
        </p:nvSpPr>
        <p:spPr>
          <a:xfrm>
            <a:off x="2654709" y="3613355"/>
            <a:ext cx="7239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Calisto MT"/>
                <a:ea typeface="YAFdJgCyb_c_0"/>
                <a:cs typeface="YAFdJgCyb_c_0"/>
              </a:rPr>
              <a:t>Deepfake </a:t>
            </a:r>
            <a:r>
              <a:rPr lang="en-US" sz="2400">
                <a:ea typeface="+mn-lt"/>
                <a:cs typeface="+mn-lt"/>
              </a:rPr>
              <a:t>Face </a:t>
            </a:r>
            <a:r>
              <a:rPr lang="en-US" sz="2400">
                <a:latin typeface="Calisto MT"/>
                <a:ea typeface="YAFdJgCyb_c_0"/>
                <a:cs typeface="YAFdJgCyb_c_0"/>
              </a:rPr>
              <a:t>Detection Application Program</a:t>
            </a:r>
            <a:endParaRPr lang="en-US" sz="2400">
              <a:latin typeface="Calisto MT"/>
              <a:ea typeface="Calibri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209A41-AA0C-BF9E-6BBF-5C806868FF0E}"/>
              </a:ext>
            </a:extLst>
          </p:cNvPr>
          <p:cNvSpPr txBox="1"/>
          <p:nvPr/>
        </p:nvSpPr>
        <p:spPr>
          <a:xfrm>
            <a:off x="4026688" y="5688724"/>
            <a:ext cx="41452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>
                <a:latin typeface="PMingLiU"/>
                <a:ea typeface="PMingLiU"/>
              </a:rPr>
              <a:t>組員：許育豪 林弘叡 林泓宇</a:t>
            </a:r>
            <a:endParaRPr lang="zh-TW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C2D21C9B-B833-2D8C-E41C-F2011B8C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79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0DB29-AC9B-25D5-129B-E2F75610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sz="4800">
                <a:latin typeface="PMingLiU"/>
                <a:ea typeface="PMingLiU"/>
                <a:cs typeface="+mj-lt"/>
              </a:rPr>
              <a:t>大綱</a:t>
            </a:r>
            <a:endParaRPr lang="zh-TW" sz="4800">
              <a:latin typeface="PMingLiU"/>
              <a:ea typeface="PMingLiU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71236-B803-11B1-450B-2A0B6B62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703" y="1715058"/>
            <a:ext cx="9640232" cy="42141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sz="2400">
                <a:latin typeface="PMingLiU"/>
                <a:ea typeface="PMingLiU"/>
                <a:cs typeface="+mn-lt"/>
              </a:rPr>
              <a:t>實驗背景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r>
              <a:rPr lang="zh-TW" sz="2400">
                <a:latin typeface="PMingLiU"/>
                <a:ea typeface="PMingLiU"/>
                <a:cs typeface="+mn-lt"/>
              </a:rPr>
              <a:t>實驗動機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r>
              <a:rPr lang="zh-TW" sz="2400">
                <a:latin typeface="PMingLiU"/>
                <a:ea typeface="PMingLiU"/>
                <a:cs typeface="+mn-lt"/>
              </a:rPr>
              <a:t>實驗步驟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r>
              <a:rPr lang="zh-TW" sz="2400">
                <a:latin typeface="PMingLiU"/>
                <a:ea typeface="PMingLiU"/>
                <a:cs typeface="+mn-lt"/>
              </a:rPr>
              <a:t>實驗目標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r>
              <a:rPr lang="zh-TW" sz="2400">
                <a:latin typeface="PMingLiU"/>
                <a:ea typeface="PMingLiU"/>
                <a:cs typeface="+mn-lt"/>
              </a:rPr>
              <a:t>資料集類別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r>
              <a:rPr lang="zh-TW" altLang="en-US" sz="2400">
                <a:latin typeface="PMingLiU"/>
                <a:ea typeface="PMingLiU"/>
                <a:cs typeface="+mn-lt"/>
              </a:rPr>
              <a:t>真偽辨識方式</a:t>
            </a:r>
            <a:endParaRPr lang="zh-TW" sz="2400">
              <a:latin typeface="PMingLiU"/>
              <a:ea typeface="PMingLiU"/>
              <a:cs typeface="+mn-lt"/>
            </a:endParaRPr>
          </a:p>
          <a:p>
            <a:r>
              <a:rPr lang="zh-TW" sz="2400">
                <a:latin typeface="PMingLiU"/>
                <a:ea typeface="PMingLiU"/>
                <a:cs typeface="+mn-lt"/>
              </a:rPr>
              <a:t>實驗設計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r>
              <a:rPr lang="zh-TW" sz="2400">
                <a:latin typeface="PMingLiU"/>
                <a:ea typeface="PMingLiU"/>
                <a:cs typeface="+mn-lt"/>
              </a:rPr>
              <a:t>實驗結果</a:t>
            </a:r>
            <a:endParaRPr lang="zh-TW" altLang="en-US" sz="2400"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7F1EF3-D632-0882-8B23-0C4D76078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0763-178E-4960-9F87-16C8E0748664}" type="datetime1">
              <a:t>2026/6/17</a:t>
            </a:fld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90A007D9-8614-5441-32EA-27C3C226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62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125E4B-796C-0BB3-8FE6-C01A1A1F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>
                <a:latin typeface="PMingLiU"/>
                <a:ea typeface="PMingLiU"/>
              </a:rPr>
              <a:t>實驗背景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AC197F-1F54-E4D4-00FE-6F505E80E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sz="2400" b="1">
                <a:latin typeface="PMingLiU"/>
                <a:ea typeface="PMingLiU"/>
                <a:cs typeface="+mn-lt"/>
              </a:rPr>
              <a:t>領域概述：</a:t>
            </a:r>
            <a:r>
              <a:rPr lang="zh-TW" sz="2400">
                <a:latin typeface="PMingLiU"/>
                <a:ea typeface="PMingLiU"/>
                <a:cs typeface="+mn-lt"/>
              </a:rPr>
              <a:t>近年生成式 AI (Generative AI) 技術快速演進，高逼真度的深度偽造 (DeepFake) 影音生成門檻大幅降低，對社會信任與資訊安全構成嚴峻挑戰。</a:t>
            </a:r>
            <a:endParaRPr lang="zh-TW" altLang="en-US" sz="2400">
              <a:latin typeface="PMingLiU"/>
              <a:ea typeface="PMingLiU"/>
              <a:cs typeface="Times New Roman"/>
            </a:endParaRPr>
          </a:p>
          <a:p>
            <a:r>
              <a:rPr lang="zh-TW" sz="2400" b="1">
                <a:latin typeface="PMingLiU"/>
                <a:ea typeface="PMingLiU"/>
                <a:cs typeface="+mn-lt"/>
              </a:rPr>
              <a:t>現有技術：</a:t>
            </a:r>
            <a:r>
              <a:rPr lang="zh-TW" sz="2400">
                <a:latin typeface="PMingLiU"/>
                <a:ea typeface="PMingLiU"/>
                <a:cs typeface="+mn-lt"/>
              </a:rPr>
              <a:t>目前學術界與業界主流的高精度偵測模型，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大</a:t>
            </a:r>
            <a:r>
              <a:rPr lang="zh-TW" sz="2400">
                <a:latin typeface="PMingLiU"/>
                <a:ea typeface="PMingLiU"/>
                <a:cs typeface="+mn-lt"/>
              </a:rPr>
              <a:t>多高度仰賴龐大參數量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的</a:t>
            </a:r>
            <a:r>
              <a:rPr lang="zh-TW" sz="2400">
                <a:latin typeface="PMingLiU"/>
                <a:ea typeface="PMingLiU"/>
                <a:cs typeface="+mn-lt"/>
              </a:rPr>
              <a:t>神經網路與雲端運算資源。</a:t>
            </a:r>
            <a:endParaRPr lang="zh-TW">
              <a:latin typeface="PMingLiU"/>
              <a:ea typeface="PMingLiU"/>
              <a:cs typeface="+mn-lt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30E865-B08B-135F-9817-28072A83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4679-B784-42AD-9CBE-C4E53D4895AF}" type="datetime1">
              <a:t>2026/6/17</a:t>
            </a:fld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103B5E-071B-0B34-AC57-96755EC7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05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B56749-69F7-F748-0238-BAA6710F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sz="4800">
                <a:latin typeface="PMingLiU"/>
                <a:ea typeface="PMingLiU"/>
              </a:rPr>
              <a:t>實驗</a:t>
            </a:r>
            <a:r>
              <a:rPr lang="zh-TW" altLang="en-US" sz="4800">
                <a:latin typeface="PMingLiU"/>
                <a:ea typeface="PMingLiU"/>
              </a:rPr>
              <a:t>動機</a:t>
            </a:r>
            <a:endParaRPr lang="zh-TW" sz="4800">
              <a:latin typeface="PMingLiU"/>
              <a:ea typeface="PMingLiU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B5F0C8-F987-1EAB-0490-5151050C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0691265" cy="380815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zh-TW" altLang="en-US" sz="2400" b="1">
                <a:latin typeface="PMingLiU"/>
                <a:ea typeface="PMingLiU"/>
                <a:cs typeface="+mn-lt"/>
              </a:rPr>
              <a:t>查證過</a:t>
            </a:r>
            <a:r>
              <a:rPr lang="zh-TW" sz="2400" b="1">
                <a:latin typeface="PMingLiU"/>
                <a:ea typeface="PMingLiU"/>
                <a:cs typeface="+mn-lt"/>
              </a:rPr>
              <a:t>程</a:t>
            </a:r>
            <a:r>
              <a:rPr lang="zh-TW" altLang="en-US" sz="2400" b="1">
                <a:latin typeface="PMingLiU"/>
                <a:ea typeface="PMingLiU"/>
                <a:cs typeface="+mn-lt"/>
              </a:rPr>
              <a:t>缺乏</a:t>
            </a:r>
            <a:r>
              <a:rPr lang="zh-TW" sz="2400" b="1">
                <a:latin typeface="PMingLiU"/>
                <a:ea typeface="PMingLiU"/>
                <a:cs typeface="+mn-lt"/>
              </a:rPr>
              <a:t>即時</a:t>
            </a:r>
            <a:r>
              <a:rPr lang="zh-TW" altLang="en-US" sz="2400" b="1">
                <a:latin typeface="PMingLiU"/>
                <a:ea typeface="PMingLiU"/>
                <a:cs typeface="+mn-lt"/>
              </a:rPr>
              <a:t>性</a:t>
            </a:r>
            <a:r>
              <a:rPr lang="zh-TW" sz="2400">
                <a:latin typeface="PMingLiU"/>
                <a:ea typeface="PMingLiU"/>
                <a:cs typeface="+mn-lt"/>
              </a:rPr>
              <a:t>：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需要</a:t>
            </a:r>
            <a:r>
              <a:rPr lang="zh-TW" sz="2400">
                <a:latin typeface="PMingLiU"/>
                <a:ea typeface="PMingLiU"/>
                <a:cs typeface="+mn-lt"/>
              </a:rPr>
              <a:t>手動下載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可疑影像</a:t>
            </a:r>
            <a:r>
              <a:rPr lang="zh-TW" sz="2400">
                <a:latin typeface="PMingLiU"/>
                <a:ea typeface="PMingLiU"/>
                <a:cs typeface="+mn-lt"/>
              </a:rPr>
              <a:t>再上傳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至特定網站進行非同</a:t>
            </a:r>
            <a:r>
              <a:rPr lang="zh-TW" sz="2400">
                <a:latin typeface="PMingLiU"/>
                <a:ea typeface="PMingLiU"/>
                <a:cs typeface="+mn-lt"/>
              </a:rPr>
              <a:t>步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檢測</a:t>
            </a:r>
            <a:r>
              <a:rPr lang="zh-TW" sz="2400">
                <a:latin typeface="PMingLiU"/>
                <a:ea typeface="PMingLiU"/>
                <a:cs typeface="+mn-lt"/>
              </a:rPr>
              <a:t>。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zh-TW" altLang="en-US" sz="2000">
                <a:latin typeface="PMingLiU"/>
                <a:ea typeface="PMingLiU"/>
                <a:cs typeface="+mn-lt"/>
              </a:rPr>
              <a:t>無法有</a:t>
            </a:r>
            <a:r>
              <a:rPr lang="zh-TW" sz="2000">
                <a:latin typeface="PMingLiU"/>
                <a:ea typeface="PMingLiU"/>
                <a:cs typeface="+mn-lt"/>
              </a:rPr>
              <a:t>效</a:t>
            </a:r>
            <a:r>
              <a:rPr lang="zh-TW" altLang="en-US" sz="2000">
                <a:latin typeface="PMingLiU"/>
                <a:ea typeface="PMingLiU"/>
                <a:cs typeface="+mn-lt"/>
              </a:rPr>
              <a:t>攔截正在發生</a:t>
            </a:r>
            <a:r>
              <a:rPr lang="zh-TW" sz="2000">
                <a:latin typeface="PMingLiU"/>
                <a:ea typeface="PMingLiU"/>
                <a:cs typeface="+mn-lt"/>
              </a:rPr>
              <a:t>的</a:t>
            </a:r>
            <a:r>
              <a:rPr lang="zh-TW" altLang="en-US" sz="2000">
                <a:latin typeface="PMingLiU"/>
                <a:ea typeface="PMingLiU"/>
                <a:cs typeface="+mn-lt"/>
              </a:rPr>
              <a:t>即時</a:t>
            </a:r>
            <a:r>
              <a:rPr lang="zh-TW" sz="2000">
                <a:latin typeface="PMingLiU"/>
                <a:ea typeface="PMingLiU"/>
                <a:cs typeface="+mn-lt"/>
              </a:rPr>
              <a:t>視訊通話</a:t>
            </a:r>
            <a:r>
              <a:rPr lang="zh-TW" altLang="en-US" sz="2000">
                <a:latin typeface="PMingLiU"/>
                <a:ea typeface="PMingLiU"/>
                <a:cs typeface="+mn-lt"/>
              </a:rPr>
              <a:t>詐騙</a:t>
            </a:r>
            <a:endParaRPr lang="zh-TW" altLang="en-US" sz="2000">
              <a:latin typeface="PMingLiU"/>
              <a:ea typeface="PMingLiU"/>
            </a:endParaRPr>
          </a:p>
          <a:p>
            <a:pPr marL="457200" indent="-457200">
              <a:buAutoNum type="arabicPeriod"/>
            </a:pPr>
            <a:r>
              <a:rPr lang="zh-TW" sz="2400" b="1">
                <a:latin typeface="PMingLiU"/>
                <a:ea typeface="PMingLiU"/>
                <a:cs typeface="+mn-lt"/>
              </a:rPr>
              <a:t>檢測工具門檻太高</a:t>
            </a:r>
            <a:r>
              <a:rPr lang="zh-TW" sz="2400">
                <a:latin typeface="PMingLiU"/>
                <a:ea typeface="PMingLiU"/>
                <a:cs typeface="+mn-lt"/>
              </a:rPr>
              <a:t>：目前具備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高準確度</a:t>
            </a:r>
            <a:r>
              <a:rPr lang="zh-TW" sz="2400">
                <a:latin typeface="PMingLiU"/>
                <a:ea typeface="PMingLiU"/>
                <a:cs typeface="+mn-lt"/>
              </a:rPr>
              <a:t>的 </a:t>
            </a:r>
            <a:r>
              <a:rPr lang="en-US" altLang="zh-TW" sz="2400">
                <a:latin typeface="PMingLiU"/>
                <a:ea typeface="PMingLiU"/>
                <a:cs typeface="+mn-lt"/>
              </a:rPr>
              <a:t>Deep</a:t>
            </a:r>
            <a:r>
              <a:rPr lang="zh-TW" sz="2400">
                <a:latin typeface="PMingLiU"/>
                <a:ea typeface="PMingLiU"/>
                <a:cs typeface="+mn-lt"/>
              </a:rPr>
              <a:t>Fake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 偵測平台，多為付費服務或高度仰賴雲端算力。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zh-TW" altLang="en-US" sz="2000">
                <a:latin typeface="PMingLiU"/>
                <a:ea typeface="PMingLiU"/>
                <a:cs typeface="+mn-lt"/>
              </a:rPr>
              <a:t>網站多半都是需要付費才能使用完整功能</a:t>
            </a:r>
            <a:endParaRPr lang="zh-TW" altLang="en-US" sz="2000">
              <a:latin typeface="PMingLiU"/>
              <a:ea typeface="PMingLiU"/>
            </a:endParaRPr>
          </a:p>
          <a:p>
            <a:pPr marL="457200" indent="-457200">
              <a:buAutoNum type="arabicPeriod"/>
            </a:pPr>
            <a:r>
              <a:rPr lang="zh-TW" altLang="en-US" sz="2400" b="1">
                <a:latin typeface="PMingLiU"/>
                <a:ea typeface="PMingLiU"/>
                <a:cs typeface="+mn-lt"/>
              </a:rPr>
              <a:t>本地端硬體算力限制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：傳統高參數量之神經網路模型運算負載過大、推論時間長</a:t>
            </a:r>
            <a:r>
              <a:rPr lang="zh-TW" sz="2400">
                <a:latin typeface="PMingLiU"/>
                <a:ea typeface="PMingLiU"/>
                <a:cs typeface="+mn-lt"/>
              </a:rPr>
              <a:t>。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zh-TW" altLang="en-US" sz="2000">
                <a:latin typeface="PMingLiU"/>
                <a:ea typeface="PMingLiU"/>
                <a:cs typeface="+mn-lt"/>
              </a:rPr>
              <a:t>難以</a:t>
            </a:r>
            <a:r>
              <a:rPr lang="zh-TW" sz="2000">
                <a:latin typeface="PMingLiU"/>
                <a:ea typeface="PMingLiU"/>
                <a:cs typeface="+mn-lt"/>
              </a:rPr>
              <a:t>在</a:t>
            </a:r>
            <a:r>
              <a:rPr lang="zh-TW" altLang="en-US" sz="2000">
                <a:latin typeface="PMingLiU"/>
                <a:ea typeface="PMingLiU"/>
                <a:cs typeface="+mn-lt"/>
              </a:rPr>
              <a:t>一般家用顯示卡上</a:t>
            </a:r>
            <a:r>
              <a:rPr lang="zh-TW" sz="2000">
                <a:latin typeface="PMingLiU"/>
                <a:ea typeface="PMingLiU"/>
                <a:cs typeface="+mn-lt"/>
              </a:rPr>
              <a:t>達成</a:t>
            </a:r>
            <a:r>
              <a:rPr lang="zh-TW" altLang="en-US" sz="2000">
                <a:latin typeface="PMingLiU"/>
                <a:ea typeface="PMingLiU"/>
                <a:cs typeface="+mn-lt"/>
              </a:rPr>
              <a:t>低延遲偵測速度</a:t>
            </a:r>
            <a:endParaRPr lang="zh-TW" altLang="en-US" sz="2000"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805FD-6AF6-EE8F-B617-4DAC11F6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D804-E357-4373-BE04-3911EF5CAA6B}" type="datetime1">
              <a:t>2026/6/17</a:t>
            </a:fld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0A02D2-DC09-41C7-DA02-FA86327F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6859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397D98-CEFD-D430-8246-459D57FEB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>
                <a:latin typeface="PMingLiU"/>
                <a:ea typeface="PMingLiU"/>
              </a:rPr>
              <a:t>實驗步驟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D5B329-DA79-36EB-5E23-A9A55F775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zh-TW" altLang="en-US" sz="2400">
                <a:latin typeface="PMingLiU"/>
                <a:ea typeface="PMingLiU"/>
              </a:rPr>
              <a:t>擷取螢幕畫面。</a:t>
            </a:r>
            <a:endParaRPr lang="zh-TW"/>
          </a:p>
          <a:p>
            <a:pPr marL="457200" indent="-457200">
              <a:buAutoNum type="arabicPeriod"/>
            </a:pPr>
            <a:r>
              <a:rPr lang="zh-TW" altLang="en-US" sz="2400">
                <a:latin typeface="PMingLiU"/>
                <a:ea typeface="PMingLiU"/>
              </a:rPr>
              <a:t>偵測畫面中是否出現人臉。</a:t>
            </a:r>
          </a:p>
          <a:p>
            <a:pPr marL="457200" indent="-457200">
              <a:buAutoNum type="arabicPeriod"/>
            </a:pPr>
            <a:r>
              <a:rPr lang="zh-TW" altLang="en-US" sz="2400">
                <a:latin typeface="PMingLiU"/>
                <a:ea typeface="PMingLiU"/>
              </a:rPr>
              <a:t>若出現人臉則進行下一步，若未出現人臉則回到第1步。</a:t>
            </a:r>
          </a:p>
          <a:p>
            <a:pPr marL="457200" indent="-457200">
              <a:buAutoNum type="arabicPeriod"/>
            </a:pPr>
            <a:r>
              <a:rPr lang="zh-TW" altLang="en-US" sz="2400">
                <a:latin typeface="PMingLiU"/>
                <a:ea typeface="PMingLiU"/>
              </a:rPr>
              <a:t>使用 FakeFormer 模型偵測人臉真偽。</a:t>
            </a:r>
          </a:p>
          <a:p>
            <a:pPr marL="457200" indent="-457200">
              <a:buAutoNum type="arabicPeriod"/>
            </a:pPr>
            <a:r>
              <a:rPr lang="zh-TW" altLang="en-US" sz="2400">
                <a:latin typeface="PMingLiU"/>
                <a:ea typeface="PMingLiU"/>
              </a:rPr>
              <a:t>若人臉為真就繼續偵測，若為假則跳出警示視窗，並在關閉後繼續執行。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2A83DB-C793-E077-BE6A-53D3ACE0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F1F6-8B79-44A0-8882-F00C3FB10C91}" type="datetime1">
              <a:t>2026/6/17</a:t>
            </a:fld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F27F53-9290-C21C-211F-1C2936C0A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27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1CA45-EFAB-76B0-F5D6-901056AA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sz="4800">
                <a:latin typeface="PMingLiU"/>
                <a:ea typeface="PMingLiU"/>
              </a:rPr>
              <a:t>實驗目標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D2D3E-1373-FCD1-21AE-019089E3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sz="2400">
                <a:latin typeface="PMingLiU"/>
                <a:ea typeface="PMingLiU"/>
                <a:cs typeface="+mn-lt"/>
              </a:rPr>
              <a:t>在現有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的</a:t>
            </a:r>
            <a:r>
              <a:rPr lang="en-US" altLang="zh-TW" sz="2400" err="1">
                <a:latin typeface="PMingLiU"/>
                <a:ea typeface="PMingLiU"/>
                <a:cs typeface="+mn-lt"/>
              </a:rPr>
              <a:t>DeepFake</a:t>
            </a:r>
            <a:r>
              <a:rPr lang="zh-TW" sz="2400">
                <a:latin typeface="PMingLiU"/>
                <a:ea typeface="PMingLiU"/>
                <a:cs typeface="+mn-lt"/>
              </a:rPr>
              <a:t>工具缺乏即時性與資源門檻過高的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問題</a:t>
            </a:r>
            <a:r>
              <a:rPr lang="zh-TW" sz="2400">
                <a:latin typeface="PMingLiU"/>
                <a:ea typeface="PMingLiU"/>
                <a:cs typeface="+mn-lt"/>
              </a:rPr>
              <a:t>，所以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我們</a:t>
            </a:r>
            <a:r>
              <a:rPr lang="zh-TW" sz="2400">
                <a:latin typeface="PMingLiU"/>
                <a:ea typeface="PMingLiU"/>
                <a:cs typeface="+mn-lt"/>
              </a:rPr>
              <a:t>提出一套結合 YOLOv10-s 與 FakeFormer 的即時 DeepFake 偵測系統：</a:t>
            </a:r>
            <a:endParaRPr lang="zh-TW" altLang="en-US" sz="2400">
              <a:latin typeface="PMingLiU"/>
              <a:ea typeface="PMingLiU"/>
            </a:endParaRPr>
          </a:p>
          <a:p>
            <a:pPr>
              <a:lnSpc>
                <a:spcPct val="150000"/>
              </a:lnSpc>
            </a:pPr>
            <a:r>
              <a:rPr lang="zh-TW" altLang="en-US" sz="2400">
                <a:latin typeface="PMingLiU"/>
                <a:ea typeface="PMingLiU"/>
                <a:cs typeface="+mn-lt"/>
              </a:rPr>
              <a:t>系</a:t>
            </a:r>
            <a:r>
              <a:rPr lang="zh-TW" sz="2400">
                <a:latin typeface="PMingLiU"/>
                <a:ea typeface="PMingLiU"/>
                <a:cs typeface="+mn-lt"/>
              </a:rPr>
              <a:t>統能夠即時擷取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螢幕</a:t>
            </a:r>
            <a:r>
              <a:rPr lang="zh-TW" sz="2400">
                <a:latin typeface="PMingLiU"/>
                <a:ea typeface="PMingLiU"/>
                <a:cs typeface="+mn-lt"/>
              </a:rPr>
              <a:t>畫面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中的（人臉影像）</a:t>
            </a:r>
            <a:r>
              <a:rPr lang="zh-TW" sz="2400">
                <a:latin typeface="PMingLiU"/>
                <a:ea typeface="PMingLiU"/>
                <a:cs typeface="+mn-lt"/>
              </a:rPr>
              <a:t>並進行低延遲的真偽辨識</a:t>
            </a:r>
            <a:endParaRPr lang="zh-TW" altLang="en-US" sz="2400">
              <a:latin typeface="PMingLiU"/>
              <a:ea typeface="PMingLiU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zh-TW" sz="2400">
                <a:latin typeface="PMingLiU"/>
                <a:ea typeface="PMingLiU"/>
                <a:cs typeface="+mn-lt"/>
              </a:rPr>
              <a:t>雙模型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架構</a:t>
            </a:r>
            <a:r>
              <a:rPr lang="zh-TW" sz="2400">
                <a:latin typeface="PMingLiU"/>
                <a:ea typeface="PMingLiU"/>
                <a:cs typeface="+mn-lt"/>
              </a:rPr>
              <a:t>能夠在本地端上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同時</a:t>
            </a:r>
            <a:r>
              <a:rPr lang="zh-TW" sz="2400">
                <a:latin typeface="PMingLiU"/>
                <a:ea typeface="PMingLiU"/>
                <a:cs typeface="+mn-lt"/>
              </a:rPr>
              <a:t>維持（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低延遲）與（</a:t>
            </a:r>
            <a:r>
              <a:rPr lang="zh-TW" sz="2400">
                <a:latin typeface="PMingLiU"/>
                <a:ea typeface="PMingLiU"/>
                <a:cs typeface="+mn-lt"/>
              </a:rPr>
              <a:t>高準確率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）</a:t>
            </a:r>
            <a:endParaRPr lang="zh-TW" sz="2400">
              <a:latin typeface="PMingLiU"/>
              <a:ea typeface="PMingLiU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zh-TW" sz="2400">
                <a:latin typeface="PMingLiU"/>
                <a:ea typeface="PMingLiU"/>
                <a:cs typeface="+mn-lt"/>
              </a:rPr>
              <a:t>系統運行不受到服務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限制</a:t>
            </a:r>
            <a:r>
              <a:rPr lang="zh-TW" sz="2400">
                <a:latin typeface="PMingLiU"/>
                <a:ea typeface="PMingLiU"/>
                <a:cs typeface="+mn-lt"/>
              </a:rPr>
              <a:t>與雲端算力的限制</a:t>
            </a:r>
            <a:endParaRPr lang="zh-TW" sz="2400"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706C81-9B62-5284-899B-D343637D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4A49-80A0-4056-A335-6D0CD33BE525}" type="datetime1">
              <a:t>2026/6/17</a:t>
            </a:fld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097201-D05D-C5C2-2277-E22CDD2C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184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5D8357-1F6D-0E4B-FE16-F0F7F81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>
                <a:latin typeface="PMingLiU"/>
                <a:ea typeface="PMingLiU"/>
              </a:rPr>
              <a:t>資料集(YOLOv10)</a:t>
            </a:r>
            <a:br>
              <a:rPr lang="zh-TW" altLang="en-US" sz="4800">
                <a:latin typeface="PMingLiU"/>
                <a:ea typeface="PMingLiU"/>
              </a:rPr>
            </a:br>
            <a:r>
              <a:rPr lang="en-US" altLang="zh-TW" sz="2400" b="1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WIDER_FACE_A_Face_Detection_Dataset</a:t>
            </a:r>
            <a:endParaRPr lang="zh-TW" altLang="en-US" sz="2400">
              <a:latin typeface="PMingLiU"/>
              <a:ea typeface="PMingLiU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E07605-7426-F83F-3797-CA1ADDBC7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145" y="2278749"/>
            <a:ext cx="10691265" cy="363608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ja-JP" alt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圖片總數：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32,203 </a:t>
            </a:r>
            <a:r>
              <a:rPr lang="ja-JP" alt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張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PMingLiU"/>
              <a:ea typeface="PMingLiU"/>
            </a:endParaRPr>
          </a:p>
          <a:p>
            <a:pPr marL="971550" lvl="1" indent="-285750">
              <a:buFont typeface="Arial"/>
              <a:buChar char="•"/>
            </a:pP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Training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 </a:t>
            </a: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Set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 </a:t>
            </a: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(1.4G)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： 用於訓練模型</a:t>
            </a:r>
          </a:p>
          <a:p>
            <a:pPr marL="971550" lvl="1" indent="-285750">
              <a:buFont typeface="Arial"/>
              <a:buChar char="•"/>
            </a:pP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Validation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 </a:t>
            </a: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Set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 </a:t>
            </a: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(346M)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： 用於調參和消融實驗</a:t>
            </a:r>
          </a:p>
          <a:p>
            <a:pPr marL="971550" lvl="1" indent="-285750">
              <a:buFont typeface="Arial"/>
              <a:buChar char="•"/>
            </a:pP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Testing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 </a:t>
            </a: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Set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 </a:t>
            </a:r>
            <a:r>
              <a:rPr lang="en-US" altLang="ja-JP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(1.7Ｇ)</a:t>
            </a:r>
            <a:r>
              <a:rPr lang="ja-JP" altLang="en-US" sz="2000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： 標籤不對外公布</a:t>
            </a: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PMingLiU"/>
              <a:ea typeface="PMingLiU"/>
            </a:endParaRPr>
          </a:p>
          <a:p>
            <a:pPr>
              <a:buFont typeface="Arial"/>
              <a:buChar char="•"/>
            </a:pPr>
            <a:r>
              <a:rPr lang="ja-JP" alt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標註人臉數：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393,703 </a:t>
            </a:r>
            <a:r>
              <a:rPr lang="ja-JP" alt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個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PMingLiU"/>
              <a:ea typeface="PMingLiU"/>
            </a:endParaRPr>
          </a:p>
          <a:p>
            <a:pPr>
              <a:buFont typeface="Arial"/>
              <a:buChar char="•"/>
            </a:pPr>
            <a:r>
              <a:rPr lang="ja-JP" alt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場景類別：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61</a:t>
            </a:r>
            <a:endParaRPr lang="ja-JP" altLang="en-US">
              <a:solidFill>
                <a:srgbClr val="000000"/>
              </a:solidFill>
              <a:highlight>
                <a:srgbClr val="FFFFFF"/>
              </a:highlight>
              <a:latin typeface="PMingLiU"/>
              <a:ea typeface="PMingLiU"/>
            </a:endParaRPr>
          </a:p>
          <a:p>
            <a:pPr>
              <a:buFont typeface="Arial"/>
              <a:buChar char="•"/>
            </a:pPr>
            <a:r>
              <a:rPr lang="ja-JP" alt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發布年份：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PMingLiU"/>
                <a:ea typeface="PMingLiU"/>
              </a:rPr>
              <a:t>2016</a:t>
            </a:r>
          </a:p>
          <a:p>
            <a:pPr>
              <a:buFont typeface="Arial"/>
              <a:buChar char="•"/>
            </a:pPr>
            <a:r>
              <a:rPr lang="ja-JP" altLang="en-US" b="1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作者：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MingLiU"/>
                <a:ea typeface="PMingLiU"/>
              </a:rPr>
              <a:t>Yang, Shuo and Luo, Ping and Loy, Chen Change and Tang,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MingLiU"/>
                <a:ea typeface="PMingLiU"/>
              </a:rPr>
              <a:t>Xiaoou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MingLiU"/>
              <a:ea typeface="PMingLiU"/>
            </a:endParaRPr>
          </a:p>
          <a:p>
            <a:pPr marL="0" indent="0">
              <a:buNone/>
            </a:pPr>
            <a:endParaRPr lang="en-US" altLang="ja-JP" sz="3100" b="1">
              <a:solidFill>
                <a:srgbClr val="202124"/>
              </a:solidFill>
              <a:highlight>
                <a:srgbClr val="FFFFFF"/>
              </a:highlight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BB6BDA-F0F3-169F-864C-C6B93C58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E478-D5DC-41CB-96B9-81B4316A9B8F}" type="datetime1">
              <a:t>2026/6/17</a:t>
            </a:fld>
            <a:endParaRPr lang="en-US"/>
          </a:p>
        </p:txBody>
      </p:sp>
      <p:pic>
        <p:nvPicPr>
          <p:cNvPr id="11" name="圖片 10" descr="一張含有 拼貼畫, 螢幕擷取畫面, 相片剪輯, 人的臉孔 的圖片&#10;&#10;AI 產生的內容可能不正確。">
            <a:extLst>
              <a:ext uri="{FF2B5EF4-FFF2-40B4-BE49-F238E27FC236}">
                <a16:creationId xmlns:a16="http://schemas.microsoft.com/office/drawing/2014/main" id="{50B5F60B-B531-6FBB-6781-ACD3D446C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258" y="2286000"/>
            <a:ext cx="5238392" cy="2645435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C6E3C4-E3E0-7273-BB56-2DBF128C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48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3352-E7C8-34D5-E385-42F528BB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BD36D5-6F3A-E6A4-0A97-85F09F651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800" dirty="0">
                <a:latin typeface="PMingLiU"/>
                <a:ea typeface="PMingLiU"/>
              </a:rPr>
              <a:t>資料集(</a:t>
            </a:r>
            <a:r>
              <a:rPr lang="en-US" altLang="en-US" sz="4800" dirty="0" err="1">
                <a:latin typeface="PMingLiU"/>
                <a:ea typeface="PMingLiU"/>
              </a:rPr>
              <a:t>f</a:t>
            </a:r>
            <a:r>
              <a:rPr lang="en-US" altLang="en-US" sz="4800" cap="none" dirty="0" err="1">
                <a:latin typeface="PMingLiU"/>
                <a:ea typeface="PMingLiU"/>
              </a:rPr>
              <a:t>ake</a:t>
            </a:r>
            <a:r>
              <a:rPr lang="en-US" altLang="en-US" sz="4800" dirty="0" err="1">
                <a:latin typeface="PMingLiU"/>
                <a:ea typeface="PMingLiU"/>
              </a:rPr>
              <a:t>f</a:t>
            </a:r>
            <a:r>
              <a:rPr lang="en-US" altLang="en-US" sz="4800" cap="none" dirty="0" err="1">
                <a:latin typeface="PMingLiU"/>
                <a:ea typeface="PMingLiU"/>
              </a:rPr>
              <a:t>ormer</a:t>
            </a:r>
            <a:r>
              <a:rPr lang="zh-TW" altLang="en-US" sz="4800" dirty="0">
                <a:latin typeface="PMingLiU"/>
                <a:ea typeface="PMingLiU"/>
              </a:rPr>
              <a:t>)</a:t>
            </a:r>
            <a:br>
              <a:rPr lang="zh-TW" altLang="en-US" sz="4800" dirty="0">
                <a:latin typeface="PMingLiU"/>
                <a:ea typeface="PMingLiU"/>
              </a:rPr>
            </a:br>
            <a:r>
              <a:rPr lang="zh-TW" sz="3600" dirty="0">
                <a:latin typeface="PMingLiU"/>
                <a:ea typeface="PMingLiU"/>
              </a:rPr>
              <a:t>F</a:t>
            </a:r>
            <a:r>
              <a:rPr lang="en-US" altLang="zh-TW" sz="3600" dirty="0" err="1">
                <a:latin typeface="PMingLiU"/>
                <a:ea typeface="PMingLiU"/>
              </a:rPr>
              <a:t>aceForensics</a:t>
            </a:r>
            <a:r>
              <a:rPr lang="en-US" altLang="zh-TW" sz="3600" dirty="0">
                <a:latin typeface="PMingLiU"/>
                <a:ea typeface="PMingLiU"/>
              </a:rPr>
              <a:t>++(c23)</a:t>
            </a:r>
            <a:endParaRPr lang="zh-TW" altLang="en-US" sz="4800" dirty="0">
              <a:latin typeface="PMingLiU"/>
              <a:ea typeface="PMingLiU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37BC8-E98D-3E69-406D-64634204C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altLang="zh-TW" b="1">
                <a:latin typeface="PMingLiU"/>
                <a:ea typeface="PMingLiU"/>
              </a:rPr>
              <a:t>Original</a:t>
            </a:r>
            <a:r>
              <a:rPr lang="zh-TW" altLang="en-US" b="1">
                <a:latin typeface="PMingLiU"/>
                <a:ea typeface="PMingLiU"/>
              </a:rPr>
              <a:t>：</a:t>
            </a:r>
            <a:r>
              <a:rPr lang="zh-TW">
                <a:latin typeface="PMingLiU"/>
                <a:ea typeface="PMingLiU"/>
              </a:rPr>
              <a:t>沒有被修改過的臉部</a:t>
            </a:r>
            <a:r>
              <a:rPr lang="zh-TW" altLang="en-US">
                <a:latin typeface="PMingLiU"/>
                <a:ea typeface="PMingLiU"/>
              </a:rPr>
              <a:t>。</a:t>
            </a:r>
            <a:endParaRPr lang="en-US" altLang="zh-TW">
              <a:latin typeface="PMingLiU"/>
              <a:ea typeface="PMingLiU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altLang="zh-TW" b="1">
                <a:latin typeface="PMingLiU"/>
                <a:ea typeface="PMingLiU"/>
              </a:rPr>
              <a:t>Deepfakes</a:t>
            </a:r>
            <a:r>
              <a:rPr lang="zh-TW" altLang="en-US" b="1">
                <a:latin typeface="PMingLiU"/>
                <a:ea typeface="PMingLiU"/>
              </a:rPr>
              <a:t>：</a:t>
            </a:r>
            <a:r>
              <a:rPr lang="zh-TW" altLang="en-US">
                <a:latin typeface="PMingLiU"/>
                <a:ea typeface="PMingLiU"/>
              </a:rPr>
              <a:t>把整張臉換成另一個人。</a:t>
            </a:r>
            <a:endParaRPr lang="zh-TW">
              <a:latin typeface="PMingLiU"/>
              <a:ea typeface="PMingLiU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altLang="zh-TW" b="1">
                <a:latin typeface="PMingLiU"/>
                <a:ea typeface="PMingLiU"/>
              </a:rPr>
              <a:t>Face2Face</a:t>
            </a:r>
            <a:r>
              <a:rPr lang="zh-TW" altLang="en-US">
                <a:latin typeface="PMingLiU"/>
                <a:ea typeface="PMingLiU"/>
              </a:rPr>
              <a:t>：</a:t>
            </a:r>
            <a:r>
              <a:rPr lang="zh-TW">
                <a:latin typeface="PMingLiU"/>
                <a:ea typeface="PMingLiU"/>
              </a:rPr>
              <a:t>表情被控制</a:t>
            </a:r>
            <a:r>
              <a:rPr lang="zh-TW" altLang="en-US">
                <a:latin typeface="PMingLiU"/>
                <a:ea typeface="PMingLiU"/>
              </a:rPr>
              <a:t>。</a:t>
            </a:r>
            <a:endParaRPr lang="en-US" altLang="zh-TW">
              <a:latin typeface="PMingLiU"/>
              <a:ea typeface="PMingLiU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altLang="zh-TW" b="1" err="1">
                <a:latin typeface="PMingLiU"/>
                <a:ea typeface="PMingLiU"/>
              </a:rPr>
              <a:t>FaceSwap</a:t>
            </a:r>
            <a:r>
              <a:rPr lang="zh-TW" altLang="en-US" b="1">
                <a:latin typeface="PMingLiU"/>
                <a:ea typeface="PMingLiU"/>
              </a:rPr>
              <a:t>：</a:t>
            </a:r>
            <a:r>
              <a:rPr lang="zh-TW">
                <a:latin typeface="PMingLiU"/>
                <a:ea typeface="PMingLiU"/>
              </a:rPr>
              <a:t>直接把一張臉貼到另一個人頭上</a:t>
            </a:r>
            <a:r>
              <a:rPr lang="zh-TW" altLang="en-US">
                <a:latin typeface="PMingLiU"/>
                <a:ea typeface="PMingLiU"/>
              </a:rPr>
              <a:t>。</a:t>
            </a:r>
            <a:endParaRPr lang="en-US" altLang="zh-TW">
              <a:latin typeface="PMingLiU"/>
              <a:ea typeface="PMingLiU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altLang="zh-TW" b="1" err="1">
                <a:latin typeface="PMingLiU"/>
                <a:ea typeface="PMingLiU"/>
              </a:rPr>
              <a:t>NeuralTextures</a:t>
            </a:r>
            <a:r>
              <a:rPr lang="zh-TW" altLang="en-US" b="1">
                <a:latin typeface="PMingLiU"/>
                <a:ea typeface="PMingLiU"/>
              </a:rPr>
              <a:t>：</a:t>
            </a:r>
            <a:r>
              <a:rPr lang="zh-TW">
                <a:latin typeface="PMingLiU"/>
                <a:ea typeface="PMingLiU"/>
              </a:rPr>
              <a:t>用</a:t>
            </a:r>
            <a:r>
              <a:rPr lang="en-US" altLang="zh-TW">
                <a:latin typeface="PMingLiU"/>
                <a:ea typeface="PMingLiU"/>
              </a:rPr>
              <a:t> AI </a:t>
            </a:r>
            <a:r>
              <a:rPr lang="zh-TW">
                <a:latin typeface="PMingLiU"/>
                <a:ea typeface="PMingLiU"/>
              </a:rPr>
              <a:t>重新生成一張逼真的臉</a:t>
            </a:r>
            <a:r>
              <a:rPr lang="zh-TW" altLang="en-US">
                <a:latin typeface="PMingLiU"/>
                <a:ea typeface="PMingLiU"/>
              </a:rPr>
              <a:t>。</a:t>
            </a:r>
            <a:endParaRPr lang="en-US" altLang="zh-TW"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7CD496-E82D-4BA2-F32C-775F367AB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E478-D5DC-41CB-96B9-81B4316A9B8F}" type="datetime1">
              <a:t>2026/6/17</a:t>
            </a:fld>
            <a:endParaRPr lang="en-US"/>
          </a:p>
        </p:txBody>
      </p:sp>
      <p:pic>
        <p:nvPicPr>
          <p:cNvPr id="7" name="圖片 6" descr="一張含有 人的臉孔, 皮膚, 眉毛, 拼貼畫 的圖片&#10;&#10;AI 產生的內容可能不正確。">
            <a:extLst>
              <a:ext uri="{FF2B5EF4-FFF2-40B4-BE49-F238E27FC236}">
                <a16:creationId xmlns:a16="http://schemas.microsoft.com/office/drawing/2014/main" id="{B5BECEA7-B161-C285-7677-470BABC02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" r="134" b="13333"/>
          <a:stretch>
            <a:fillRect/>
          </a:stretch>
        </p:blipFill>
        <p:spPr>
          <a:xfrm>
            <a:off x="6440170" y="2085416"/>
            <a:ext cx="5448315" cy="2374827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E6A3A3BE-9387-0FCA-B9D3-89007693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0946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6CF57-EA87-DD34-FD4A-1BC01B44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sz="4300">
                <a:latin typeface="PMingLiU"/>
                <a:ea typeface="PMingLiU"/>
              </a:rPr>
              <a:t>資料集(</a:t>
            </a:r>
            <a:r>
              <a:rPr lang="en-US" sz="4300" err="1">
                <a:latin typeface="PMingLiU"/>
                <a:ea typeface="PMingLiU"/>
              </a:rPr>
              <a:t>f</a:t>
            </a:r>
            <a:r>
              <a:rPr lang="en-US" sz="4300" cap="none" err="1">
                <a:latin typeface="PMingLiU"/>
                <a:ea typeface="PMingLiU"/>
              </a:rPr>
              <a:t>ake</a:t>
            </a:r>
            <a:r>
              <a:rPr lang="en-US" sz="4300" err="1">
                <a:latin typeface="PMingLiU"/>
                <a:ea typeface="PMingLiU"/>
              </a:rPr>
              <a:t>f</a:t>
            </a:r>
            <a:r>
              <a:rPr lang="en-US" sz="4300" cap="none" err="1">
                <a:latin typeface="PMingLiU"/>
                <a:ea typeface="PMingLiU"/>
              </a:rPr>
              <a:t>ormer</a:t>
            </a:r>
            <a:r>
              <a:rPr lang="zh-TW" sz="4300">
                <a:latin typeface="PMingLiU"/>
                <a:ea typeface="PMingLiU"/>
              </a:rPr>
              <a:t>)</a:t>
            </a:r>
            <a:br>
              <a:rPr lang="zh-TW" altLang="en-US" sz="4300" dirty="0">
                <a:latin typeface="PMingLiU"/>
                <a:ea typeface="PMingLiU"/>
              </a:rPr>
            </a:br>
            <a:r>
              <a:rPr lang="zh-TW" sz="3200">
                <a:latin typeface="PMingLiU"/>
                <a:ea typeface="PMingLiU"/>
              </a:rPr>
              <a:t>泛化用</a:t>
            </a:r>
            <a:endParaRPr lang="zh-TW" altLang="en-US" sz="3200">
              <a:latin typeface="PMingLiU"/>
              <a:ea typeface="PMingLiU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14F6855A-8E29-0DA6-ED03-36FD26589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88201"/>
              </p:ext>
            </p:extLst>
          </p:nvPr>
        </p:nvGraphicFramePr>
        <p:xfrm>
          <a:off x="700088" y="2292350"/>
          <a:ext cx="10691812" cy="3781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953">
                  <a:extLst>
                    <a:ext uri="{9D8B030D-6E8A-4147-A177-3AD203B41FA5}">
                      <a16:colId xmlns:a16="http://schemas.microsoft.com/office/drawing/2014/main" val="1974860424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2696294123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2215631850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3270105154"/>
                    </a:ext>
                  </a:extLst>
                </a:gridCol>
              </a:tblGrid>
              <a:tr h="7117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資料集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規模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來源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特點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464889"/>
                  </a:ext>
                </a:extLst>
              </a:tr>
              <a:tr h="7117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Celeb-DF</a:t>
                      </a:r>
                      <a:endParaRPr lang="zh-TW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590 真實影片、5,639 偽造影片</a:t>
                      </a:r>
                      <a:endParaRPr lang="zh-TW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600" b="0" i="0" u="none" strike="noStrike" noProof="0" dirty="0"/>
                        <a:t>取自 </a:t>
                      </a:r>
                      <a:r>
                        <a:rPr lang="en-US" altLang="zh-TW" sz="1600" b="0" i="0" u="none" strike="noStrike" noProof="0" dirty="0"/>
                        <a:t>YouTube</a:t>
                      </a:r>
                      <a:r>
                        <a:rPr lang="zh-TW" altLang="en-US" sz="1600" b="0" i="0" u="none" strike="noStrike" noProof="0" dirty="0"/>
                        <a:t> 名人訪談影片，再用改良 </a:t>
                      </a:r>
                      <a:r>
                        <a:rPr lang="en-US" altLang="zh-TW" sz="1600" b="0" i="0" u="none" strike="noStrike" noProof="0" dirty="0" err="1"/>
                        <a:t>DeepFake</a:t>
                      </a:r>
                      <a:r>
                        <a:rPr lang="zh-TW" altLang="en-US" sz="1600" b="0" i="0" u="none" strike="noStrike" noProof="0" dirty="0"/>
                        <a:t> 技術產生假影片</a:t>
                      </a:r>
                      <a:endParaRPr lang="zh-TW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影像品質高、偽造痕跡較少</a:t>
                      </a:r>
                      <a:endParaRPr lang="zh-TW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884149"/>
                  </a:ext>
                </a:extLst>
              </a:tr>
              <a:tr h="7117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WildDeepfake</a:t>
                      </a:r>
                      <a:endParaRPr lang="zh-TW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600" b="0" i="0" u="none" strike="noStrike" noProof="0"/>
                        <a:t>707</a:t>
                      </a:r>
                      <a:r>
                        <a:rPr lang="zh-TW" altLang="en-US" sz="1600" b="0" i="0" u="none" strike="noStrike" noProof="0" dirty="0"/>
                        <a:t> </a:t>
                      </a:r>
                      <a:r>
                        <a:rPr lang="zh-TW" sz="1600" b="0" i="0" u="none" strike="noStrike" noProof="0"/>
                        <a:t>個深度偽造影片</a:t>
                      </a:r>
                      <a:r>
                        <a:rPr lang="zh-TW" altLang="en-US" sz="1600" b="0" i="0" u="none" strike="noStrike" noProof="0">
                          <a:latin typeface="Calisto MT"/>
                        </a:rPr>
                        <a:t>、</a:t>
                      </a:r>
                      <a:r>
                        <a:rPr lang="en-US" altLang="zh-TW" sz="1600" b="0" i="0" u="none" strike="noStrike" noProof="0"/>
                        <a:t>7,31</a:t>
                      </a:r>
                      <a:r>
                        <a:rPr lang="zh-TW" sz="1600" b="0" i="0" u="none" strike="noStrike" noProof="0"/>
                        <a:t>4 個面部序列</a:t>
                      </a:r>
                      <a:endParaRPr lang="zh-TW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600" b="0" i="0" u="none" strike="noStrike" noProof="0"/>
                        <a:t>從網路真實流通的 deepfake 影片蒐集</a:t>
                      </a:r>
                      <a:endParaRPr lang="zh-TW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場景、光線、姿勢、壓縮品質都很雜，最接近真實網路情境</a:t>
                      </a:r>
                      <a:endParaRPr lang="zh-TW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741252"/>
                  </a:ext>
                </a:extLst>
              </a:tr>
              <a:tr h="7117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DFD</a:t>
                      </a:r>
                      <a:endParaRPr lang="zh-TW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36</a:t>
                      </a:r>
                      <a:r>
                        <a:rPr lang="en-US" altLang="zh-TW" sz="1600" b="0" i="0" u="none" strike="noStrike" noProof="0">
                          <a:latin typeface="Calisto MT"/>
                        </a:rPr>
                        <a:t>3</a:t>
                      </a:r>
                      <a:r>
                        <a:rPr lang="zh-TW" sz="1600" b="0" i="0" u="none" strike="noStrike" noProof="0">
                          <a:latin typeface="Calisto MT"/>
                        </a:rPr>
                        <a:t> 真實影片、3,06</a:t>
                      </a:r>
                      <a:r>
                        <a:rPr lang="en-US" altLang="zh-TW" sz="1600" b="0" i="0" u="none" strike="noStrike" noProof="0">
                          <a:latin typeface="Calisto MT"/>
                        </a:rPr>
                        <a:t>8</a:t>
                      </a:r>
                      <a:r>
                        <a:rPr lang="zh-TW" sz="1600" b="0" i="0" u="none" strike="noStrike" noProof="0">
                          <a:latin typeface="Calisto MT"/>
                        </a:rPr>
                        <a:t> 偽造影片</a:t>
                      </a:r>
                      <a:endParaRPr lang="zh-TW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600" b="0" i="0" u="none" strike="noStrike" noProof="0"/>
                        <a:t>Google</a:t>
                      </a:r>
                      <a:r>
                        <a:rPr lang="zh-TW" altLang="en-US" sz="1600" b="0" i="0" u="none" strike="noStrike" noProof="0"/>
                        <a:t> 與 </a:t>
                      </a:r>
                      <a:r>
                        <a:rPr lang="en-US" altLang="zh-TW" sz="1600" b="0" i="0" u="none" strike="noStrike" noProof="0"/>
                        <a:t>Jigsaw</a:t>
                      </a:r>
                      <a:r>
                        <a:rPr lang="zh-TW" altLang="en-US" sz="1600" b="0" i="0" u="none" strike="noStrike" noProof="0"/>
                        <a:t> 製作，找演員拍攝後產生 </a:t>
                      </a:r>
                      <a:r>
                        <a:rPr lang="en-US" altLang="zh-TW" sz="1600" b="0" i="0" u="none" strike="noStrike" noProof="0"/>
                        <a:t>deepfake</a:t>
                      </a:r>
                      <a:endParaRPr lang="zh-TW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600" b="0" i="0" u="none" strike="noStrike" noProof="0">
                          <a:latin typeface="Calisto MT"/>
                        </a:rPr>
                        <a:t>影片品質較高，人物、場景比早期資料集多樣</a:t>
                      </a:r>
                      <a:endParaRPr lang="zh-TW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747264"/>
                  </a:ext>
                </a:extLst>
              </a:tr>
              <a:tr h="7117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600" b="0" i="0" u="none" strike="noStrike" noProof="0">
                          <a:latin typeface="Calisto MT"/>
                        </a:rPr>
                        <a:t>DFDCP</a:t>
                      </a:r>
                      <a:endParaRPr lang="zh-TW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600" b="0" i="0" u="none" strike="noStrike" noProof="0" dirty="0">
                          <a:latin typeface="Calisto MT"/>
                        </a:rPr>
                        <a:t>1,13</a:t>
                      </a:r>
                      <a:r>
                        <a:rPr lang="en-US" altLang="zh-TW" sz="1600" b="0" i="0" u="none" strike="noStrike" noProof="0" dirty="0">
                          <a:latin typeface="Calisto MT"/>
                        </a:rPr>
                        <a:t>3</a:t>
                      </a:r>
                      <a:r>
                        <a:rPr lang="zh-TW" sz="1600" b="0" i="0" u="none" strike="noStrike" noProof="0">
                          <a:latin typeface="Calisto MT"/>
                        </a:rPr>
                        <a:t> 真實影片、4,</a:t>
                      </a:r>
                      <a:r>
                        <a:rPr lang="en-US" altLang="zh-TW" sz="1600" b="0" i="0" u="none" strike="noStrike" noProof="0">
                          <a:latin typeface="Calisto MT"/>
                        </a:rPr>
                        <a:t>080</a:t>
                      </a:r>
                      <a:r>
                        <a:rPr lang="zh-TW" sz="1600" b="0" i="0" u="none" strike="noStrike" noProof="0">
                          <a:latin typeface="Calisto MT"/>
                        </a:rPr>
                        <a:t> 偽造</a:t>
                      </a:r>
                      <a:r>
                        <a:rPr lang="zh-TW" sz="1600" b="0" i="0" u="none" strike="noStrike" noProof="0" dirty="0">
                          <a:latin typeface="Calisto MT"/>
                        </a:rPr>
                        <a:t>影片</a:t>
                      </a:r>
                      <a:endParaRPr lang="zh-TW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600" b="0" i="0" u="none" strike="noStrike" noProof="0"/>
                        <a:t>Facebook</a:t>
                      </a:r>
                      <a:r>
                        <a:rPr lang="zh-TW" altLang="en-US" sz="1600" b="0" i="0" u="none" strike="noStrike" noProof="0" dirty="0"/>
                        <a:t> </a:t>
                      </a:r>
                      <a:r>
                        <a:rPr lang="en-US" altLang="zh-TW" sz="1600" b="0" i="0" u="none" strike="noStrike" noProof="0"/>
                        <a:t>/</a:t>
                      </a:r>
                      <a:r>
                        <a:rPr lang="zh-TW" altLang="en-US" sz="1600" b="0" i="0" u="none" strike="noStrike" noProof="0" dirty="0"/>
                        <a:t> </a:t>
                      </a:r>
                      <a:r>
                        <a:rPr lang="en-US" altLang="zh-TW" sz="1600" b="0" i="0" u="none" strike="noStrike" noProof="0"/>
                        <a:t>Meta</a:t>
                      </a:r>
                      <a:r>
                        <a:rPr lang="zh-TW" altLang="en-US" sz="1600" b="0" i="0" u="none" strike="noStrike" noProof="0" dirty="0"/>
                        <a:t> </a:t>
                      </a:r>
                      <a:r>
                        <a:rPr lang="en-US" altLang="zh-TW" sz="1600" b="0" i="0" u="none" strike="noStrike" noProof="0"/>
                        <a:t>DFDC</a:t>
                      </a:r>
                      <a:r>
                        <a:rPr lang="zh-TW" altLang="en-US" sz="1600" b="0" i="0" u="none" strike="noStrike" noProof="0"/>
                        <a:t> 挑戰賽的預覽版資料集    </a:t>
                      </a:r>
                      <a:endParaRPr lang="zh-TW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600" b="0" i="0" u="none" strike="noStrike" noProof="0"/>
                        <a:t>規模比 </a:t>
                      </a:r>
                      <a:r>
                        <a:rPr lang="zh-TW" sz="1600" b="0" i="0" u="none" strike="noStrike" noProof="0"/>
                        <a:t>FF</a:t>
                      </a:r>
                      <a:r>
                        <a:rPr lang="en-US" altLang="zh-TW" sz="1600" b="0" i="0" u="none" strike="noStrike" noProof="0"/>
                        <a:t>++</a:t>
                      </a:r>
                      <a:r>
                        <a:rPr lang="zh-TW" altLang="en-US" sz="1600" b="0" i="0" u="none" strike="noStrike" noProof="0"/>
                        <a:t> 大，人物和背景更多樣</a:t>
                      </a:r>
                      <a:endParaRPr lang="zh-TW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487244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91789-BC4A-753B-B6BB-1CA47C65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C147-3402-4158-A7E1-44B30C377275}" type="datetime1">
              <a:t>2026/6/17</a:t>
            </a:fld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FF0369-24F0-87EE-4947-BFFECAC4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593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8EBBA-2A9E-3DB8-856B-82ED4F3E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>
                <a:latin typeface="PMingLiU"/>
                <a:ea typeface="PMingLiU"/>
              </a:rPr>
              <a:t>真偽辨識方式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C6FF1B-76CB-C5EC-8BF5-C4C0CB8E5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sz="2800" b="1">
                <a:latin typeface="PMingLiU"/>
                <a:ea typeface="PMingLiU"/>
              </a:rPr>
              <a:t>局部脆弱特徵 (Local Vulnerable Features) 與邊界偽影</a:t>
            </a:r>
            <a:endParaRPr lang="zh-TW" altLang="en-US" sz="2800" b="1">
              <a:latin typeface="PMingLiU"/>
              <a:ea typeface="PMingLiU"/>
            </a:endParaRPr>
          </a:p>
          <a:p>
            <a:r>
              <a:rPr lang="zh-TW">
                <a:latin typeface="PMingLiU"/>
                <a:ea typeface="PMingLiU"/>
                <a:cs typeface="+mn-lt"/>
              </a:rPr>
              <a:t>FakeFormer 透過局部注意力機制，專注比對</a:t>
            </a:r>
            <a:r>
              <a:rPr lang="zh-TW" altLang="en-US">
                <a:latin typeface="PMingLiU"/>
                <a:ea typeface="PMingLiU"/>
                <a:cs typeface="+mn-lt"/>
              </a:rPr>
              <a:t>影像中</a:t>
            </a:r>
            <a:r>
              <a:rPr lang="zh-TW">
                <a:latin typeface="PMingLiU"/>
                <a:ea typeface="PMingLiU"/>
                <a:cs typeface="+mn-lt"/>
              </a:rPr>
              <a:t>相鄰</a:t>
            </a:r>
            <a:r>
              <a:rPr lang="zh-TW" altLang="en-US">
                <a:latin typeface="PMingLiU"/>
                <a:ea typeface="PMingLiU"/>
                <a:cs typeface="+mn-lt"/>
              </a:rPr>
              <a:t>的</a:t>
            </a:r>
            <a:r>
              <a:rPr lang="zh-TW">
                <a:latin typeface="PMingLiU"/>
                <a:ea typeface="PMingLiU"/>
                <a:cs typeface="+mn-lt"/>
              </a:rPr>
              <a:t>微小區塊間的像素關聯性。</a:t>
            </a:r>
            <a:endParaRPr lang="zh-TW" altLang="en-US">
              <a:latin typeface="PMingLiU"/>
              <a:ea typeface="PMingLiU"/>
              <a:cs typeface="+mn-lt"/>
            </a:endParaRPr>
          </a:p>
          <a:p>
            <a:r>
              <a:rPr lang="zh-TW" altLang="en-US">
                <a:latin typeface="PMingLiU"/>
                <a:ea typeface="PMingLiU"/>
                <a:cs typeface="+mn-lt"/>
              </a:rPr>
              <a:t> </a:t>
            </a:r>
            <a:r>
              <a:rPr lang="zh-TW">
                <a:latin typeface="PMingLiU"/>
                <a:ea typeface="PMingLiU"/>
                <a:cs typeface="+mn-lt"/>
              </a:rPr>
              <a:t>捕捉膚色</a:t>
            </a:r>
            <a:r>
              <a:rPr lang="zh-TW" altLang="en-US">
                <a:latin typeface="PMingLiU"/>
                <a:ea typeface="PMingLiU"/>
                <a:cs typeface="+mn-lt"/>
              </a:rPr>
              <a:t>斷層產生的</a:t>
            </a:r>
            <a:r>
              <a:rPr lang="zh-TW">
                <a:latin typeface="PMingLiU"/>
                <a:ea typeface="PMingLiU"/>
                <a:cs typeface="+mn-lt"/>
              </a:rPr>
              <a:t>不自然、邊界</a:t>
            </a:r>
            <a:r>
              <a:rPr lang="zh-TW" altLang="en-US">
                <a:latin typeface="PMingLiU"/>
                <a:ea typeface="PMingLiU"/>
                <a:cs typeface="+mn-lt"/>
              </a:rPr>
              <a:t>的</a:t>
            </a:r>
            <a:r>
              <a:rPr lang="zh-TW">
                <a:latin typeface="PMingLiU"/>
                <a:ea typeface="PMingLiU"/>
                <a:cs typeface="+mn-lt"/>
              </a:rPr>
              <a:t>模糊</a:t>
            </a:r>
            <a:r>
              <a:rPr lang="zh-TW" altLang="en-US">
                <a:latin typeface="PMingLiU"/>
                <a:ea typeface="PMingLiU"/>
                <a:cs typeface="+mn-lt"/>
              </a:rPr>
              <a:t>瑕疵</a:t>
            </a:r>
            <a:r>
              <a:rPr lang="zh-TW">
                <a:latin typeface="PMingLiU"/>
                <a:ea typeface="PMingLiU"/>
                <a:cs typeface="+mn-lt"/>
              </a:rPr>
              <a:t>等肉眼難見的</a:t>
            </a:r>
            <a:r>
              <a:rPr lang="zh-TW" altLang="en-US">
                <a:latin typeface="PMingLiU"/>
                <a:ea typeface="PMingLiU"/>
                <a:cs typeface="+mn-lt"/>
              </a:rPr>
              <a:t>（微小特徵）</a:t>
            </a:r>
            <a:r>
              <a:rPr lang="zh-TW">
                <a:latin typeface="PMingLiU"/>
                <a:ea typeface="PMingLiU"/>
                <a:cs typeface="+mn-lt"/>
              </a:rPr>
              <a:t>，作為判斷真偽的依據。</a:t>
            </a:r>
            <a:endParaRPr lang="zh-TW">
              <a:latin typeface="PMingLiU"/>
              <a:ea typeface="PMingLiU"/>
            </a:endParaRPr>
          </a:p>
          <a:p>
            <a:r>
              <a:rPr lang="zh-TW">
                <a:latin typeface="PMingLiU"/>
                <a:ea typeface="PMingLiU"/>
                <a:cs typeface="+mn-lt"/>
              </a:rPr>
              <a:t>例如：偵測真假臉交界處的解析度差異或光影斷層</a:t>
            </a:r>
            <a:endParaRPr lang="zh-TW">
              <a:solidFill>
                <a:srgbClr val="FF0000"/>
              </a:solidFill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8F244B-1D69-0C9C-7374-5251F583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74B7C-C669-4B90-899B-20CB42CE1F60}" type="datetime1">
              <a:t>2026/6/17</a:t>
            </a:fld>
            <a:endParaRPr lang="en-US"/>
          </a:p>
        </p:txBody>
      </p:sp>
      <p:pic>
        <p:nvPicPr>
          <p:cNvPr id="6" name="圖片 5" descr="一張含有 螢幕擷取畫面, 文字, 行, 設計 的圖片&#10;&#10;AI 產生的內容可能不正確。">
            <a:extLst>
              <a:ext uri="{FF2B5EF4-FFF2-40B4-BE49-F238E27FC236}">
                <a16:creationId xmlns:a16="http://schemas.microsoft.com/office/drawing/2014/main" id="{0C8F9BB2-5F0D-F6BA-7D17-7E283ED38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361" y="3988671"/>
            <a:ext cx="4217732" cy="1940950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D0BE298-1D76-9FD3-9D4E-FD9803ED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931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E8ED32-C9A2-F5A6-80F1-E6C3C6AE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>
                <a:latin typeface="PMingLiU"/>
                <a:ea typeface="PMingLiU"/>
              </a:rPr>
              <a:t>實驗設計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B31D992E-1070-C881-BA8E-9A1E4609A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653641"/>
              </p:ext>
            </p:extLst>
          </p:nvPr>
        </p:nvGraphicFramePr>
        <p:xfrm>
          <a:off x="752640" y="1937626"/>
          <a:ext cx="10691790" cy="411742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60378">
                  <a:extLst>
                    <a:ext uri="{9D8B030D-6E8A-4147-A177-3AD203B41FA5}">
                      <a16:colId xmlns:a16="http://schemas.microsoft.com/office/drawing/2014/main" val="4233650361"/>
                    </a:ext>
                  </a:extLst>
                </a:gridCol>
                <a:gridCol w="7131412">
                  <a:extLst>
                    <a:ext uri="{9D8B030D-6E8A-4147-A177-3AD203B41FA5}">
                      <a16:colId xmlns:a16="http://schemas.microsoft.com/office/drawing/2014/main" val="354157659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400">
                          <a:latin typeface="PMingLiU"/>
                          <a:ea typeface="PMingLiU"/>
                        </a:rPr>
                        <a:t>類別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PMingLiU"/>
                          <a:ea typeface="PMingLiU"/>
                        </a:rPr>
                        <a:t>內容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956563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PMingLiU"/>
                          <a:ea typeface="PMingLiU"/>
                        </a:rPr>
                        <a:t>開發語言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PMingLiU"/>
                          <a:ea typeface="PMingLiU"/>
                        </a:rPr>
                        <a:t>Python </a:t>
                      </a:r>
                      <a:endParaRPr lang="zh-TW" sz="2400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6248784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400">
                          <a:latin typeface="PMingLiU"/>
                          <a:ea typeface="PMingLiU"/>
                        </a:rPr>
                        <a:t>系統平台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PMingLiU"/>
                          <a:ea typeface="PMingLiU"/>
                        </a:rPr>
                        <a:t>Windows 作業系統</a:t>
                      </a:r>
                      <a:endParaRPr lang="zh-TW" sz="2400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471389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PMingLiU"/>
                          <a:ea typeface="PMingLiU"/>
                        </a:rPr>
                        <a:t>人臉偵測模型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PMingLiU"/>
                          <a:ea typeface="PMingLiU"/>
                        </a:rPr>
                        <a:t>YOLOv10-s</a:t>
                      </a:r>
                      <a:endParaRPr lang="zh-TW" sz="2400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0065595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PMingLiU"/>
                          <a:ea typeface="PMingLiU"/>
                        </a:rPr>
                        <a:t>真偽辨識模型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PMingLiU"/>
                          <a:ea typeface="PMingLiU"/>
                        </a:rPr>
                        <a:t>FakeFormer</a:t>
                      </a:r>
                      <a:endParaRPr lang="zh-TW" sz="2400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81292895"/>
                  </a:ext>
                </a:extLst>
              </a:tr>
              <a:tr h="4598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人臉偵測模型訓練</a:t>
                      </a:r>
                      <a:r>
                        <a:rPr lang="zh-TW" altLang="en-US" sz="2400">
                          <a:latin typeface="PMingLiU"/>
                          <a:ea typeface="PMingLiU"/>
                        </a:rPr>
                        <a:t>資料集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2400" b="0" i="0" u="none" strike="noStrike" cap="all" noProof="0" err="1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PMingLiU"/>
                          <a:ea typeface="PMingLiU"/>
                        </a:rPr>
                        <a:t>WIDER_FACE_A_Face_Detection_Datasete</a:t>
                      </a:r>
                      <a:endParaRPr lang="zh-TW" sz="2400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0829648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4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真偽辨識模型訓練</a:t>
                      </a:r>
                      <a:r>
                        <a:rPr lang="zh-TW" sz="24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資料集</a:t>
                      </a:r>
                      <a:endParaRPr lang="zh-TW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all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MingLiU"/>
                          <a:ea typeface="PMingLiU"/>
                        </a:rPr>
                        <a:t>FaceForensics++</a:t>
                      </a:r>
                      <a:endParaRPr lang="zh-TW" sz="2400" b="0" i="0" u="none" strike="noStrike" noProof="0">
                        <a:solidFill>
                          <a:srgbClr val="000000"/>
                        </a:solidFill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7376572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en-US" sz="2400">
                          <a:latin typeface="PMingLiU"/>
                          <a:ea typeface="PMingLiU"/>
                        </a:rPr>
                        <a:t>F</a:t>
                      </a:r>
                      <a:r>
                        <a:rPr lang="zh-TW" altLang="en-US" sz="2400">
                          <a:latin typeface="PMingLiU"/>
                          <a:ea typeface="PMingLiU"/>
                        </a:rPr>
                        <a:t>a</a:t>
                      </a:r>
                      <a:r>
                        <a:rPr lang="en-US" altLang="en-US" sz="2400">
                          <a:latin typeface="PMingLiU"/>
                          <a:ea typeface="PMingLiU"/>
                        </a:rPr>
                        <a:t>k</a:t>
                      </a:r>
                      <a:r>
                        <a:rPr lang="zh-TW" altLang="en-US" sz="2400">
                          <a:latin typeface="PMingLiU"/>
                          <a:ea typeface="PMingLiU"/>
                        </a:rPr>
                        <a:t>e人臉合成方式</a:t>
                      </a:r>
                      <a:endParaRPr lang="zh-TW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PMingLiU"/>
                          <a:ea typeface="PMingLiU"/>
                        </a:rPr>
                        <a:t>BI (跨影像融合)</a:t>
                      </a:r>
                      <a:r>
                        <a:rPr lang="zh-TW" altLang="en-US" sz="2400" b="0" i="0" u="none" strike="noStrike" noProof="0">
                          <a:latin typeface="PMingLiU"/>
                          <a:ea typeface="PMingLiU"/>
                        </a:rPr>
                        <a:t>、</a:t>
                      </a:r>
                      <a:r>
                        <a:rPr lang="en-US" altLang="zh-TW" sz="2400" b="0" i="0" u="none" strike="noStrike" noProof="0">
                          <a:latin typeface="PMingLiU"/>
                          <a:ea typeface="PMingLiU"/>
                        </a:rPr>
                        <a:t>SBI</a:t>
                      </a:r>
                      <a:r>
                        <a:rPr lang="zh-TW" altLang="en-US" sz="2400" b="0" i="0" u="none" strike="noStrike" noProof="0" dirty="0">
                          <a:latin typeface="PMingLiU"/>
                          <a:ea typeface="PMingLiU"/>
                        </a:rPr>
                        <a:t> </a:t>
                      </a:r>
                      <a:r>
                        <a:rPr lang="en-US" altLang="zh-TW" sz="2400" b="0" i="0" u="none" strike="noStrike" noProof="0">
                          <a:latin typeface="PMingLiU"/>
                          <a:ea typeface="PMingLiU"/>
                        </a:rPr>
                        <a:t>(</a:t>
                      </a:r>
                      <a:r>
                        <a:rPr lang="zh-TW" altLang="en-US" sz="2400" b="0" i="0" u="none" strike="noStrike" noProof="0">
                          <a:latin typeface="PMingLiU"/>
                          <a:ea typeface="PMingLiU"/>
                        </a:rPr>
                        <a:t>自我影像融合</a:t>
                      </a:r>
                      <a:r>
                        <a:rPr lang="en-US" altLang="zh-TW" sz="2400" b="0" i="0" u="none" strike="noStrike" noProof="0">
                          <a:latin typeface="PMingLiU"/>
                          <a:ea typeface="PMingLiU"/>
                        </a:rPr>
                        <a:t>)</a:t>
                      </a:r>
                      <a:endParaRPr lang="zh-TW">
                        <a:latin typeface="PMingLiU"/>
                        <a:ea typeface="PMingLiU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47868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PMingLiU"/>
                          <a:ea typeface="PMingLiU"/>
                        </a:rPr>
                        <a:t>訓練輪數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YOLOv10-s</a:t>
                      </a:r>
                      <a:r>
                        <a:rPr lang="zh-TW" altLang="en-US" sz="24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：150、</a:t>
                      </a:r>
                      <a:r>
                        <a:rPr lang="zh-TW" sz="24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FakeFormer</a:t>
                      </a:r>
                      <a:r>
                        <a:rPr lang="zh-TW" altLang="en-US" sz="24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：150</a:t>
                      </a:r>
                      <a:endParaRPr lang="en-US" altLang="zh-TW" sz="2400" b="0" i="0" u="none" strike="noStrike" noProof="0">
                        <a:solidFill>
                          <a:srgbClr val="000000"/>
                        </a:solidFill>
                        <a:latin typeface="PMingLiU"/>
                        <a:ea typeface="PMingLiU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452904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D20FF8-5C1B-21F4-82A8-2CF4BB7A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D305D-43AB-420F-914D-66FC8B262C30}" type="datetime1">
              <a:t>2026/6/17</a:t>
            </a:fld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E5BC81-5C2D-EB83-7A6B-3E5A0844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590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0E6459-1EBF-DB1E-33DF-0B7D248C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>
                <a:latin typeface="PMingLiU"/>
                <a:ea typeface="PMingLiU"/>
              </a:rPr>
              <a:t>實驗結果</a:t>
            </a: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0238C119-0964-B429-04A4-2EE69F4C3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949560"/>
              </p:ext>
            </p:extLst>
          </p:nvPr>
        </p:nvGraphicFramePr>
        <p:xfrm>
          <a:off x="749249" y="2771673"/>
          <a:ext cx="10691807" cy="2761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257">
                  <a:extLst>
                    <a:ext uri="{9D8B030D-6E8A-4147-A177-3AD203B41FA5}">
                      <a16:colId xmlns:a16="http://schemas.microsoft.com/office/drawing/2014/main" val="3790621583"/>
                    </a:ext>
                  </a:extLst>
                </a:gridCol>
                <a:gridCol w="3120257">
                  <a:extLst>
                    <a:ext uri="{9D8B030D-6E8A-4147-A177-3AD203B41FA5}">
                      <a16:colId xmlns:a16="http://schemas.microsoft.com/office/drawing/2014/main" val="4169410544"/>
                    </a:ext>
                  </a:extLst>
                </a:gridCol>
                <a:gridCol w="4451293">
                  <a:extLst>
                    <a:ext uri="{9D8B030D-6E8A-4147-A177-3AD203B41FA5}">
                      <a16:colId xmlns:a16="http://schemas.microsoft.com/office/drawing/2014/main" val="1742932486"/>
                    </a:ext>
                  </a:extLst>
                </a:gridCol>
              </a:tblGrid>
              <a:tr h="367856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FFFFFF"/>
                          </a:solidFill>
                          <a:effectLst/>
                          <a:latin typeface="PMingLiU"/>
                          <a:ea typeface="PMingLiU"/>
                        </a:rPr>
                        <a:t>評估指標</a:t>
                      </a:r>
                      <a:endParaRPr lang="zh-TW" sz="2400" b="1" i="0">
                        <a:solidFill>
                          <a:srgbClr val="FFFFFF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FFFFFF"/>
                          </a:solidFill>
                          <a:effectLst/>
                          <a:latin typeface="PMingLiU"/>
                          <a:ea typeface="PMingLiU"/>
                        </a:rPr>
                        <a:t>實測數值</a:t>
                      </a:r>
                      <a:endParaRPr lang="zh-TW" sz="2400" b="1" i="0">
                        <a:solidFill>
                          <a:srgbClr val="FFFFFF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FFFFFF"/>
                          </a:solidFill>
                          <a:effectLst/>
                          <a:latin typeface="PMingLiU"/>
                          <a:ea typeface="PMingLiU"/>
                        </a:rPr>
                        <a:t>指標說明</a:t>
                      </a:r>
                      <a:endParaRPr lang="zh-TW" sz="2400" b="1" i="0">
                        <a:solidFill>
                          <a:srgbClr val="FFFFFF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485084"/>
                  </a:ext>
                </a:extLst>
              </a:tr>
              <a:tr h="64375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Precision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88.87%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模型框出的人臉中，是正確的人臉機率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99220"/>
                  </a:ext>
                </a:extLst>
              </a:tr>
              <a:tr h="64375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Recall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68.18%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資料集中所有的人臉，模型成功捕捉率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369854"/>
                  </a:ext>
                </a:extLst>
              </a:tr>
              <a:tr h="64375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mAP@0.5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75.07%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預測框與真實人臉重疊達 </a:t>
                      </a:r>
                      <a:r>
                        <a:rPr lang="zh-TW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5</a:t>
                      </a:r>
                      <a:r>
                        <a:rPr lang="en-US" altLang="zh-TW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0%</a:t>
                      </a:r>
                      <a:r>
                        <a:rPr lang="zh-TW" altLang="en-US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 以上的</a:t>
                      </a:r>
                      <a:r>
                        <a:rPr lang="zh-TW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綜合</a:t>
                      </a:r>
                      <a:r>
                        <a:rPr lang="zh-TW" altLang="en-US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精</a:t>
                      </a:r>
                      <a:r>
                        <a:rPr lang="zh-TW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度</a:t>
                      </a:r>
                      <a:endParaRPr lang="zh-TW" sz="2400" noProof="0"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884853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399DAD-E0CB-601A-3DD2-B0BA7C82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2C2A-332C-4B1F-A475-B8B0F10928B8}" type="datetime1">
              <a:t>2026/6/17</a:t>
            </a:fld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FE52C0-8E31-4518-09B8-B041896A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2197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E799F1-5135-2B14-5940-ECBBA1C4A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sz="5300" dirty="0">
                <a:latin typeface="PMingLiU"/>
                <a:ea typeface="PMingLiU"/>
              </a:rPr>
              <a:t>實驗結果</a:t>
            </a:r>
            <a:br>
              <a:rPr lang="zh-TW" altLang="en-US" sz="5300" dirty="0">
                <a:latin typeface="PMingLiU"/>
                <a:ea typeface="PMingLiU"/>
              </a:rPr>
            </a:br>
            <a:r>
              <a:rPr lang="zh-TW" dirty="0">
                <a:latin typeface="PMingLiU"/>
                <a:ea typeface="PMingLiU"/>
              </a:rPr>
              <a:t>C</a:t>
            </a:r>
            <a:r>
              <a:rPr lang="en-US" altLang="zh-TW" cap="none" dirty="0" err="1">
                <a:latin typeface="PMingLiU"/>
                <a:ea typeface="PMingLiU"/>
              </a:rPr>
              <a:t>eleb</a:t>
            </a:r>
            <a:r>
              <a:rPr lang="en-US" altLang="zh-TW" dirty="0" err="1">
                <a:latin typeface="PMingLiU"/>
                <a:ea typeface="PMingLiU"/>
              </a:rPr>
              <a:t>-df</a:t>
            </a:r>
            <a:endParaRPr lang="zh-TW" altLang="en-US" dirty="0" err="1">
              <a:latin typeface="PMingLiU"/>
              <a:ea typeface="PMingLiU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352C7DD3-33D5-33DA-D6DD-2EDACEC17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043151"/>
              </p:ext>
            </p:extLst>
          </p:nvPr>
        </p:nvGraphicFramePr>
        <p:xfrm>
          <a:off x="700088" y="2292350"/>
          <a:ext cx="5583618" cy="3377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809">
                  <a:extLst>
                    <a:ext uri="{9D8B030D-6E8A-4147-A177-3AD203B41FA5}">
                      <a16:colId xmlns:a16="http://schemas.microsoft.com/office/drawing/2014/main" val="1015383877"/>
                    </a:ext>
                  </a:extLst>
                </a:gridCol>
                <a:gridCol w="2791809">
                  <a:extLst>
                    <a:ext uri="{9D8B030D-6E8A-4147-A177-3AD203B41FA5}">
                      <a16:colId xmlns:a16="http://schemas.microsoft.com/office/drawing/2014/main" val="3553703276"/>
                    </a:ext>
                  </a:extLst>
                </a:gridCol>
              </a:tblGrid>
              <a:tr h="367856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Calisto MT" panose="02040603050505030304" pitchFamily="18" charset="0"/>
                        </a:rPr>
                        <a:t>評估指標</a:t>
                      </a:r>
                      <a:endParaRPr lang="zh-TW" sz="900" b="1" i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Calisto MT" panose="02040603050505030304" pitchFamily="18" charset="0"/>
                        </a:rPr>
                        <a:t>實測數值</a:t>
                      </a:r>
                      <a:endParaRPr lang="zh-TW" sz="900" b="1" i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945136"/>
                  </a:ext>
                </a:extLst>
              </a:tr>
              <a:tr h="64375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CC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81.97%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897505"/>
                  </a:ext>
                </a:extLst>
              </a:tr>
              <a:tr h="91964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UC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91.16</a:t>
                      </a:r>
                      <a:r>
                        <a:rPr 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%</a:t>
                      </a:r>
                      <a:endParaRPr lang="zh-TW" sz="2400" b="0" i="0" dirty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176233"/>
                  </a:ext>
                </a:extLst>
              </a:tr>
              <a:tr h="64375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AP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91.61</a:t>
                      </a:r>
                      <a:r>
                        <a:rPr 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%</a:t>
                      </a:r>
                      <a:endParaRPr lang="zh-TW" sz="2400" b="0" i="0" dirty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100106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R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83.25%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076129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FC7838-1F2F-BBAB-E1AF-B638CF56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1FEA-2C12-431E-BE8F-AEAF39C70A78}" type="datetime1">
              <a:t>2026/6/17</a:t>
            </a:fld>
            <a:endParaRPr lang="en-US"/>
          </a:p>
        </p:txBody>
      </p:sp>
      <p:pic>
        <p:nvPicPr>
          <p:cNvPr id="6" name="圖片 5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EFCA45DD-9BDD-60FF-542E-63559B19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514" y="2053683"/>
            <a:ext cx="4575337" cy="3856464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F4D89C3-72DD-E752-2E2D-F658297E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2877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AC2E-99F9-69B6-A0D7-165ABA21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55BBB5-9E20-364D-F026-B70541B5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sz="5300">
                <a:latin typeface="PMingLiU"/>
                <a:ea typeface="PMingLiU"/>
              </a:rPr>
              <a:t>實驗結果</a:t>
            </a:r>
            <a:br>
              <a:rPr lang="zh-TW" altLang="en-US" sz="5300" dirty="0">
                <a:latin typeface="PMingLiU"/>
                <a:ea typeface="PMingLiU"/>
              </a:rPr>
            </a:br>
            <a:r>
              <a:rPr lang="en-US" altLang="zh-TW">
                <a:latin typeface="PMingLiU"/>
                <a:ea typeface="PMingLiU"/>
              </a:rPr>
              <a:t>DFW</a:t>
            </a:r>
            <a:endParaRPr lang="zh-TW" dirty="0">
              <a:latin typeface="PMingLiU"/>
              <a:ea typeface="PMingLiU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D82FC40E-F165-DA7C-F323-10EA6BEADA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5835787"/>
              </p:ext>
            </p:extLst>
          </p:nvPr>
        </p:nvGraphicFramePr>
        <p:xfrm>
          <a:off x="700088" y="2292350"/>
          <a:ext cx="5583618" cy="3377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809">
                  <a:extLst>
                    <a:ext uri="{9D8B030D-6E8A-4147-A177-3AD203B41FA5}">
                      <a16:colId xmlns:a16="http://schemas.microsoft.com/office/drawing/2014/main" val="1015383877"/>
                    </a:ext>
                  </a:extLst>
                </a:gridCol>
                <a:gridCol w="2791809">
                  <a:extLst>
                    <a:ext uri="{9D8B030D-6E8A-4147-A177-3AD203B41FA5}">
                      <a16:colId xmlns:a16="http://schemas.microsoft.com/office/drawing/2014/main" val="3553703276"/>
                    </a:ext>
                  </a:extLst>
                </a:gridCol>
              </a:tblGrid>
              <a:tr h="367856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Calisto MT" panose="02040603050505030304" pitchFamily="18" charset="0"/>
                        </a:rPr>
                        <a:t>評估指標</a:t>
                      </a:r>
                      <a:endParaRPr lang="zh-TW" sz="900" b="1" i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Calisto MT" panose="02040603050505030304" pitchFamily="18" charset="0"/>
                        </a:rPr>
                        <a:t>實測數值</a:t>
                      </a:r>
                      <a:endParaRPr lang="zh-TW" sz="900" b="1" i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945136"/>
                  </a:ext>
                </a:extLst>
              </a:tr>
              <a:tr h="64375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CC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70.22%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897505"/>
                  </a:ext>
                </a:extLst>
              </a:tr>
              <a:tr h="91964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UC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77</a:t>
                      </a:r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.87</a:t>
                      </a:r>
                      <a:r>
                        <a:rPr 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%</a:t>
                      </a:r>
                      <a:endParaRPr lang="zh-TW" sz="2400" b="0" i="0" dirty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176233"/>
                  </a:ext>
                </a:extLst>
              </a:tr>
              <a:tr h="64375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AP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79</a:t>
                      </a:r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.39</a:t>
                      </a:r>
                      <a:r>
                        <a:rPr 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%</a:t>
                      </a:r>
                      <a:endParaRPr lang="zh-TW" sz="2400" b="0" i="0" dirty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100106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A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R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MingLiU"/>
                          <a:ea typeface="PMingLiU"/>
                        </a:rPr>
                        <a:t>70.03%</a:t>
                      </a:r>
                      <a:endParaRPr lang="zh-TW" sz="2400" b="0" i="0">
                        <a:solidFill>
                          <a:srgbClr val="000000"/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076129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D895DB-9C1D-01C4-384A-3D3230BC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1FEA-2C12-431E-BE8F-AEAF39C70A78}" type="datetime1">
              <a:t>2026/6/17</a:t>
            </a:fld>
            <a:endParaRPr lang="en-US"/>
          </a:p>
        </p:txBody>
      </p:sp>
      <p:pic>
        <p:nvPicPr>
          <p:cNvPr id="3" name="圖片 2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E26CB5B2-1AC5-7380-4191-D8BB3A6EA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330" y="2070339"/>
            <a:ext cx="4496963" cy="3824378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C30334B-E053-56C3-2D74-D757B42F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765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B8399D-079E-6892-80A9-ECF9BA9F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內容版面配置區 10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EB8D513B-CA35-2724-A7B3-42BF402CB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597" y="1164900"/>
            <a:ext cx="9362322" cy="5193216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4E689DA1-0383-CE7A-D19A-77D2CBA7C1C5}"/>
              </a:ext>
            </a:extLst>
          </p:cNvPr>
          <p:cNvSpPr txBox="1">
            <a:spLocks/>
          </p:cNvSpPr>
          <p:nvPr/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>
                <a:latin typeface="PMingLiU"/>
                <a:ea typeface="PMingLiU"/>
              </a:rPr>
              <a:t>2.系統架構圖</a:t>
            </a:r>
          </a:p>
          <a:p>
            <a:r>
              <a:rPr lang="zh-TW" altLang="en-US" b="1">
                <a:latin typeface="PMingLiU"/>
                <a:ea typeface="PMingLiU"/>
              </a:rPr>
              <a:t> 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A9141E-228D-2F90-F4A8-57D1D46B1176}"/>
              </a:ext>
            </a:extLst>
          </p:cNvPr>
          <p:cNvSpPr txBox="1"/>
          <p:nvPr/>
        </p:nvSpPr>
        <p:spPr>
          <a:xfrm>
            <a:off x="4269827" y="6359182"/>
            <a:ext cx="34437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>
                <a:latin typeface="PMingLiU"/>
                <a:ea typeface="PMingLiU"/>
                <a:cs typeface="+mn-lt"/>
              </a:rPr>
              <a:t>圖 1：系統架構圖</a:t>
            </a:r>
            <a:endParaRPr lang="zh-TW">
              <a:latin typeface="PMingLiU"/>
              <a:ea typeface="PMingLiU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5C3F6DB-67D2-D5A9-117C-0EDBFBA97766}"/>
              </a:ext>
            </a:extLst>
          </p:cNvPr>
          <p:cNvSpPr txBox="1"/>
          <p:nvPr/>
        </p:nvSpPr>
        <p:spPr>
          <a:xfrm>
            <a:off x="0" y="521109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3.簡報的系統架構圖的螢幕擷取模組裡的東西要寫清楚關係，架構圖頁面要整理好，沒偵測到人臉不是架構圖該出現的，判定結果和判定為真實可以改寫法，不要雙線，警示視窗不要畫到螢幕擷取模組，架構圖沒有寫前處理，也沒寫怎麼訓練模型的，架構圖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3E1E21-FF63-2AE6-2230-3E8E7009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758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C7D5B-85E1-3003-7B84-421D9432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PMingLiU"/>
                <a:ea typeface="PMingLiU"/>
              </a:rPr>
              <a:t>3.使用者ui介面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D6EDF4-4E59-CE03-C6C5-5E13EBF8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B1013-392C-4475-942C-1BDD13868DF9}" type="datetime1">
              <a:rPr lang="en-US" altLang="zh-TW"/>
              <a:t>6/17/2026</a:t>
            </a:fld>
            <a:endParaRPr lang="en-US"/>
          </a:p>
        </p:txBody>
      </p:sp>
      <p:pic>
        <p:nvPicPr>
          <p:cNvPr id="8" name="內容版面配置區 7" descr="一張含有 文字, 螢幕擷取畫面, 字型, 軟體 的圖片&#10;&#10;AI 產生的內容可能不正確。">
            <a:extLst>
              <a:ext uri="{FF2B5EF4-FFF2-40B4-BE49-F238E27FC236}">
                <a16:creationId xmlns:a16="http://schemas.microsoft.com/office/drawing/2014/main" id="{98AD264C-92E2-DD41-A641-DC8C53ADF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9602" y="769126"/>
            <a:ext cx="2750522" cy="531986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A2868F0-8640-27CD-0DA6-305ECF387E81}"/>
              </a:ext>
            </a:extLst>
          </p:cNvPr>
          <p:cNvSpPr txBox="1"/>
          <p:nvPr/>
        </p:nvSpPr>
        <p:spPr>
          <a:xfrm>
            <a:off x="1722764" y="2302104"/>
            <a:ext cx="26538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2400">
                <a:latin typeface="PMingLiU"/>
                <a:ea typeface="PMingLiU"/>
              </a:rPr>
              <a:t>使用者操作介面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966DA53-555C-F34E-DBAF-2F705618320F}"/>
              </a:ext>
            </a:extLst>
          </p:cNvPr>
          <p:cNvSpPr txBox="1"/>
          <p:nvPr/>
        </p:nvSpPr>
        <p:spPr>
          <a:xfrm>
            <a:off x="1278194" y="3306097"/>
            <a:ext cx="3551902" cy="961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4.ui不要叫雷達</a:t>
            </a:r>
            <a:endParaRPr lang="zh-TW" sz="2000">
              <a:solidFill>
                <a:srgbClr val="FF0000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zh-TW" sz="2000">
                <a:solidFill>
                  <a:srgbClr val="FF0000"/>
                </a:solidFill>
                <a:ea typeface="+mn-lt"/>
                <a:cs typeface="+mn-lt"/>
              </a:rPr>
              <a:t>5.ui是擷取頻率不是通知頻率</a:t>
            </a:r>
            <a:endParaRPr lang="zh-TW" sz="2000">
              <a:solidFill>
                <a:srgbClr val="FF0000"/>
              </a:solidFill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E414E95-879C-AEC5-C81B-BD25BC9B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5536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18C4CD-B84B-F132-E669-688435FC6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359BE0-8843-395F-1673-F8C89532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PMingLiU"/>
                <a:ea typeface="PMingLiU"/>
              </a:rPr>
              <a:t>3.使用者ui介面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78AA99-B9F8-35EA-1539-228868AD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B1013-392C-4475-942C-1BDD13868DF9}" type="datetime1">
              <a:rPr lang="en-US" altLang="zh-TW"/>
              <a:t>6/17/2026</a:t>
            </a:fld>
            <a:endParaRPr lang="en-US"/>
          </a:p>
        </p:txBody>
      </p:sp>
      <p:pic>
        <p:nvPicPr>
          <p:cNvPr id="6" name="內容版面配置區 7" descr="一張含有 文字, 人的臉孔, 風鏡, 螢幕擷取畫面 的圖片&#10;&#10;AI 產生的內容可能不正確。">
            <a:extLst>
              <a:ext uri="{FF2B5EF4-FFF2-40B4-BE49-F238E27FC236}">
                <a16:creationId xmlns:a16="http://schemas.microsoft.com/office/drawing/2014/main" id="{CAD3CEA0-6895-6BE8-768F-F91076570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490" y="855159"/>
            <a:ext cx="3918717" cy="516008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38F6C1C-8DE1-DCF5-67C5-32D43B81F0D9}"/>
              </a:ext>
            </a:extLst>
          </p:cNvPr>
          <p:cNvSpPr txBox="1"/>
          <p:nvPr/>
        </p:nvSpPr>
        <p:spPr>
          <a:xfrm>
            <a:off x="1722764" y="2302104"/>
            <a:ext cx="26538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2400">
                <a:latin typeface="PMingLiU"/>
                <a:ea typeface="PMingLiU"/>
              </a:rPr>
              <a:t>警示使用者視窗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A68E49-A5AA-C38B-13CB-26212260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556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1E37DE-3F82-64B9-1EC4-BAF41E28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PMingLiU"/>
                <a:ea typeface="PMingLiU"/>
              </a:rPr>
              <a:t>4.人臉偵測模組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1E99D7-27DC-8AAA-B668-5507C126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506F9-FC21-46DF-B032-41C82EC326AE}" type="datetime1">
              <a:t>2026/6/17</a:t>
            </a:fld>
            <a:endParaRPr lang="en-US"/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9700EE06-43D1-3978-CB67-55A54A4DD489}"/>
              </a:ext>
            </a:extLst>
          </p:cNvPr>
          <p:cNvSpPr txBox="1"/>
          <p:nvPr/>
        </p:nvSpPr>
        <p:spPr>
          <a:xfrm>
            <a:off x="705711" y="4854345"/>
            <a:ext cx="9687739" cy="10310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[1]"</a:t>
            </a:r>
            <a:r>
              <a:rPr lang="en-US" sz="1600" b="0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YOLOv10: Real-Time End-to-End Object Detection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)"</a:t>
            </a:r>
            <a:endParaRPr lang="en-US" sz="1600">
              <a:latin typeface="Calibri"/>
              <a:ea typeface="Calibri"/>
              <a:cs typeface="Calibri"/>
            </a:endParaRPr>
          </a:p>
          <a:p>
            <a:r>
              <a:rPr lang="en-US" sz="1500" b="0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Ao Wang, Hui Chen, Lihao Liu, Kai Chen, Zijia Lin, Jungong Han, </a:t>
            </a:r>
            <a:r>
              <a:rPr lang="en-US" sz="1500" b="0" i="0" u="none" strike="noStrike" baseline="0" err="1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Guiguang</a:t>
            </a:r>
            <a:r>
              <a:rPr lang="en-US" sz="1500" b="0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15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Ding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500" b="1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Published</a:t>
            </a:r>
            <a:r>
              <a:rPr lang="en-US" sz="150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: 10 December </a:t>
            </a:r>
            <a:r>
              <a:rPr lang="en-US" sz="1500" b="0" i="0" u="none" strike="noStrike" baseline="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2024</a:t>
            </a:r>
            <a:r>
              <a:rPr lang="en-US" sz="150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; Article No.: 3429, Pages 107984 - 108011</a:t>
            </a:r>
            <a:endParaRPr lang="en-US" sz="150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r>
              <a:rPr lang="en-US" sz="1500" u="sng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NIPS '24: Proceedings of the 38th International Conference on Neural Information Processing Systems</a:t>
            </a:r>
            <a:endParaRPr lang="en-US" sz="1500">
              <a:solidFill>
                <a:schemeClr val="tx1"/>
              </a:solidFill>
              <a:latin typeface="Calibri"/>
              <a:ea typeface="Calibri"/>
              <a:cs typeface="Calibri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8AF933AD-DDA7-CC2B-CA2B-588E9D337121}"/>
              </a:ext>
            </a:extLst>
          </p:cNvPr>
          <p:cNvSpPr txBox="1">
            <a:spLocks/>
          </p:cNvSpPr>
          <p:nvPr/>
        </p:nvSpPr>
        <p:spPr>
          <a:xfrm>
            <a:off x="704013" y="1718945"/>
            <a:ext cx="10699148" cy="31362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TW" altLang="en-US" sz="2700" b="1">
                <a:latin typeface="PMingLiU"/>
                <a:ea typeface="PMingLiU"/>
                <a:cs typeface="+mn-lt"/>
              </a:rPr>
              <a:t>使用模型：</a:t>
            </a:r>
            <a:r>
              <a:rPr lang="zh-TW" altLang="en-US" sz="2700">
                <a:latin typeface="PMingLiU"/>
                <a:ea typeface="PMingLiU"/>
                <a:cs typeface="+mn-lt"/>
              </a:rPr>
              <a:t> YOLOv10-s 模型[1] </a:t>
            </a:r>
            <a:r>
              <a:rPr lang="en-US" altLang="zh-TW" sz="2700">
                <a:latin typeface="PMingLiU"/>
                <a:ea typeface="PMingLiU"/>
                <a:cs typeface="+mn-lt"/>
              </a:rPr>
              <a:t>(2024</a:t>
            </a:r>
            <a:r>
              <a:rPr lang="zh-TW" altLang="en-US" sz="2700">
                <a:latin typeface="PMingLiU"/>
                <a:ea typeface="PMingLiU"/>
                <a:cs typeface="+mn-lt"/>
              </a:rPr>
              <a:t>年由中國清華大學團隊</a:t>
            </a:r>
            <a:r>
              <a:rPr lang="zh-TW" sz="2700">
                <a:latin typeface="PMingLiU"/>
                <a:ea typeface="PMingLiU"/>
                <a:cs typeface="+mn-lt"/>
              </a:rPr>
              <a:t>發表於</a:t>
            </a:r>
            <a:r>
              <a:rPr lang="zh-TW" altLang="en-US" sz="2700">
                <a:latin typeface="PMingLiU"/>
                <a:ea typeface="PMingLiU"/>
                <a:cs typeface="+mn-lt"/>
              </a:rPr>
              <a:t> </a:t>
            </a:r>
            <a:r>
              <a:rPr lang="en-US" altLang="zh-TW" sz="2700" err="1">
                <a:latin typeface="PMingLiU"/>
                <a:ea typeface="PMingLiU"/>
                <a:cs typeface="+mn-lt"/>
              </a:rPr>
              <a:t>NeurIPS</a:t>
            </a:r>
            <a:r>
              <a:rPr lang="zh-TW" altLang="en-US" sz="2700">
                <a:latin typeface="PMingLiU"/>
                <a:ea typeface="PMingLiU"/>
                <a:cs typeface="+mn-lt"/>
              </a:rPr>
              <a:t> 會議</a:t>
            </a:r>
            <a:r>
              <a:rPr lang="en-US" altLang="zh-TW" sz="2700">
                <a:latin typeface="PMingLiU"/>
                <a:ea typeface="PMingLiU"/>
                <a:cs typeface="+mn-lt"/>
              </a:rPr>
              <a:t>)</a:t>
            </a:r>
            <a:r>
              <a:rPr lang="zh-TW" altLang="en-US" sz="2700">
                <a:latin typeface="PMingLiU"/>
                <a:ea typeface="PMingLiU"/>
                <a:cs typeface="+mn-lt"/>
              </a:rPr>
              <a:t> </a:t>
            </a:r>
            <a:endParaRPr lang="zh-TW" sz="2700">
              <a:latin typeface="PMingLiU"/>
              <a:ea typeface="PMingLiU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700" b="1">
                <a:latin typeface="PMingLiU"/>
                <a:ea typeface="PMingLiU"/>
                <a:cs typeface="+mn-lt"/>
              </a:rPr>
              <a:t>模組定位：</a:t>
            </a:r>
            <a:r>
              <a:rPr lang="zh-TW" altLang="en-US" sz="2700">
                <a:latin typeface="PMingLiU"/>
                <a:ea typeface="PMingLiU"/>
                <a:cs typeface="+mn-lt"/>
              </a:rPr>
              <a:t> 接收系統自動從使用者的全螢幕上截圖的影像，來 偵測畫面上是否出現人臉。</a:t>
            </a:r>
            <a:endParaRPr lang="zh-TW" altLang="en-US" sz="2700">
              <a:latin typeface="PMingLiU"/>
              <a:ea typeface="PMingLiU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0D44576-7B2C-3F40-285A-088DDFA1FAA7}"/>
              </a:ext>
            </a:extLst>
          </p:cNvPr>
          <p:cNvSpPr txBox="1"/>
          <p:nvPr/>
        </p:nvSpPr>
        <p:spPr>
          <a:xfrm>
            <a:off x="6046839" y="404351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8.介紹模組時可以在旁邊把一個架構圖來提醒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74363698-74C6-E729-6AF2-9F9A4EA7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8642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54D6-8128-28CC-5329-5A72CF3B2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b="1">
                <a:latin typeface="PMingLiU"/>
                <a:ea typeface="PMingLiU"/>
              </a:rPr>
              <a:t>4-4.yolo</a:t>
            </a:r>
            <a:r>
              <a:rPr lang="ja-JP" altLang="en-US" b="1" cap="none">
                <a:latin typeface="PMingLiU"/>
                <a:ea typeface="PMingLiU"/>
              </a:rPr>
              <a:t>v</a:t>
            </a:r>
            <a:r>
              <a:rPr lang="ja-JP" altLang="en-US" b="1">
                <a:latin typeface="PMingLiU"/>
                <a:ea typeface="PMingLiU"/>
              </a:rPr>
              <a:t>10-</a:t>
            </a:r>
            <a:r>
              <a:rPr lang="ja-JP" altLang="en-US" b="1" cap="none">
                <a:latin typeface="PMingLiU"/>
                <a:ea typeface="PMingLiU"/>
              </a:rPr>
              <a:t>s</a:t>
            </a:r>
            <a:r>
              <a:rPr lang="ja-JP" altLang="en-US" b="1">
                <a:latin typeface="PMingLiU"/>
                <a:ea typeface="PMingLiU"/>
              </a:rPr>
              <a:t>訓練用資料集</a:t>
            </a:r>
            <a:br>
              <a:rPr lang="ja-JP" altLang="en-US" b="1">
                <a:latin typeface="PMingLiU"/>
                <a:ea typeface="PMingLiU"/>
              </a:rPr>
            </a:br>
            <a:r>
              <a:rPr 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W</a:t>
            </a:r>
            <a:r>
              <a:rPr lang="en-US" alt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IDER</a:t>
            </a:r>
            <a:r>
              <a:rPr 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_</a:t>
            </a:r>
            <a:r>
              <a:rPr lang="en-US" alt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FACE</a:t>
            </a:r>
            <a:r>
              <a:rPr 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_</a:t>
            </a:r>
            <a:r>
              <a:rPr lang="en-US" alt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A</a:t>
            </a:r>
            <a:r>
              <a:rPr 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_</a:t>
            </a:r>
            <a:r>
              <a:rPr lang="en-US" alt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F</a:t>
            </a:r>
            <a:r>
              <a:rPr 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ace_</a:t>
            </a:r>
            <a:r>
              <a:rPr lang="en-US" alt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D</a:t>
            </a:r>
            <a:r>
              <a:rPr 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etection_</a:t>
            </a:r>
            <a:r>
              <a:rPr lang="en-US" alt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D</a:t>
            </a:r>
            <a:r>
              <a:rPr lang="ja-JP" sz="3100" b="1" cap="none">
                <a:solidFill>
                  <a:srgbClr val="202124"/>
                </a:solidFill>
                <a:highlight>
                  <a:srgbClr val="FFFFFF"/>
                </a:highlight>
                <a:latin typeface="PMingLiU"/>
                <a:ea typeface="PMingLiU"/>
              </a:rPr>
              <a:t>ataset</a:t>
            </a:r>
            <a:endParaRPr lang="en-US" sz="3100" b="1">
              <a:solidFill>
                <a:srgbClr val="202124"/>
              </a:solidFill>
              <a:highlight>
                <a:srgbClr val="FFFFFF"/>
              </a:highlight>
              <a:latin typeface="PMingLiU"/>
              <a:ea typeface="PMingLiU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F985E-8378-D747-E680-B9CB94B9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925" y="2293126"/>
            <a:ext cx="10777297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latin typeface="PMingLiU"/>
                <a:ea typeface="PMingLiU"/>
                <a:cs typeface="Google Sans Text"/>
              </a:rPr>
              <a:t>圖片總數：</a:t>
            </a:r>
            <a:r>
              <a:rPr lang="en-US" altLang="ja-JP">
                <a:latin typeface="PMingLiU"/>
                <a:ea typeface="PMingLiU"/>
                <a:cs typeface="Google Sans Text"/>
              </a:rPr>
              <a:t>32,203 </a:t>
            </a:r>
            <a:r>
              <a:rPr lang="ja-JP" altLang="en-US">
                <a:latin typeface="PMingLiU"/>
                <a:ea typeface="PMingLiU"/>
                <a:cs typeface="Google Sans Text"/>
              </a:rPr>
              <a:t>張</a:t>
            </a:r>
          </a:p>
          <a:p>
            <a:pPr lvl="1"/>
            <a:r>
              <a:rPr lang="ja-JP">
                <a:latin typeface="PMingLiU"/>
                <a:ea typeface="PMingLiU"/>
                <a:cs typeface="+mn-lt"/>
              </a:rPr>
              <a:t>Training Set (12,876 張)： 用於訓練模型</a:t>
            </a:r>
            <a:endParaRPr lang="ja-JP" altLang="en-US">
              <a:latin typeface="PMingLiU"/>
              <a:ea typeface="PMingLiU"/>
              <a:cs typeface="+mn-lt"/>
            </a:endParaRPr>
          </a:p>
          <a:p>
            <a:pPr lvl="1"/>
            <a:r>
              <a:rPr lang="ja-JP">
                <a:latin typeface="PMingLiU"/>
                <a:ea typeface="PMingLiU"/>
                <a:cs typeface="+mn-lt"/>
              </a:rPr>
              <a:t>Validation Set (3,22</a:t>
            </a:r>
            <a:r>
              <a:rPr lang="en-US" altLang="ja-JP">
                <a:latin typeface="PMingLiU"/>
                <a:ea typeface="PMingLiU"/>
                <a:cs typeface="+mn-lt"/>
              </a:rPr>
              <a:t>6</a:t>
            </a:r>
            <a:r>
              <a:rPr lang="ja-JP">
                <a:latin typeface="PMingLiU"/>
                <a:ea typeface="PMingLiU"/>
                <a:cs typeface="+mn-lt"/>
              </a:rPr>
              <a:t> 張)： 用於調參和消融實驗</a:t>
            </a:r>
            <a:endParaRPr lang="ja-JP" b="1">
              <a:latin typeface="PMingLiU"/>
              <a:ea typeface="PMingLiU"/>
            </a:endParaRPr>
          </a:p>
          <a:p>
            <a:pPr lvl="1"/>
            <a:r>
              <a:rPr lang="ja-JP">
                <a:latin typeface="PMingLiU"/>
                <a:ea typeface="PMingLiU"/>
                <a:cs typeface="+mn-lt"/>
              </a:rPr>
              <a:t>Testing Set (16,097 張)： 標籤不對外公布</a:t>
            </a:r>
          </a:p>
          <a:p>
            <a:r>
              <a:rPr lang="ja-JP" altLang="en-US">
                <a:latin typeface="PMingLiU"/>
                <a:ea typeface="PMingLiU"/>
                <a:cs typeface="Google Sans Text"/>
              </a:rPr>
              <a:t>標註人臉數：</a:t>
            </a:r>
            <a:r>
              <a:rPr lang="en-US" altLang="ja-JP">
                <a:latin typeface="PMingLiU"/>
                <a:ea typeface="PMingLiU"/>
                <a:cs typeface="Google Sans Text"/>
              </a:rPr>
              <a:t>393,703 </a:t>
            </a:r>
            <a:r>
              <a:rPr lang="ja-JP" altLang="en-US">
                <a:latin typeface="PMingLiU"/>
                <a:ea typeface="PMingLiU"/>
                <a:cs typeface="Google Sans Text"/>
              </a:rPr>
              <a:t>個</a:t>
            </a:r>
            <a:endParaRPr lang="en-US" altLang="ja-JP">
              <a:latin typeface="PMingLiU"/>
              <a:ea typeface="PMingLiU"/>
              <a:cs typeface="Google Sans Text"/>
            </a:endParaRPr>
          </a:p>
          <a:p>
            <a:r>
              <a:rPr lang="ja-JP" altLang="en-US">
                <a:latin typeface="PMingLiU"/>
                <a:ea typeface="PMingLiU"/>
                <a:cs typeface="Google Sans Text"/>
              </a:rPr>
              <a:t>場景類別：</a:t>
            </a:r>
            <a:r>
              <a:rPr lang="en-US" altLang="ja-JP">
                <a:latin typeface="PMingLiU"/>
                <a:ea typeface="PMingLiU"/>
                <a:cs typeface="Google Sans Text"/>
              </a:rPr>
              <a:t>61 </a:t>
            </a:r>
            <a:r>
              <a:rPr lang="ja-JP" altLang="en-US">
                <a:latin typeface="PMingLiU"/>
                <a:ea typeface="PMingLiU"/>
                <a:cs typeface="Google Sans Text"/>
              </a:rPr>
              <a:t>個事件類別（如：遊行、交通、節日、辦公室等）</a:t>
            </a:r>
            <a:endParaRPr lang="en-US" altLang="ja-JP">
              <a:latin typeface="PMingLiU"/>
              <a:ea typeface="PMingLiU"/>
              <a:cs typeface="Google Sans Text"/>
            </a:endParaRPr>
          </a:p>
          <a:p>
            <a:r>
              <a:rPr lang="ja-JP" altLang="en-US">
                <a:latin typeface="PMingLiU"/>
                <a:ea typeface="PMingLiU"/>
                <a:cs typeface="Google Sans Text"/>
              </a:rPr>
              <a:t>發布年份：</a:t>
            </a:r>
            <a:r>
              <a:rPr lang="en-US" altLang="ja-JP">
                <a:latin typeface="PMingLiU"/>
                <a:ea typeface="PMingLiU"/>
                <a:cs typeface="Google Sans Text"/>
              </a:rPr>
              <a:t>2016</a:t>
            </a:r>
          </a:p>
          <a:p>
            <a:r>
              <a:rPr lang="ja-JP" altLang="en-US" b="1">
                <a:solidFill>
                  <a:srgbClr val="202124"/>
                </a:solidFill>
                <a:latin typeface="PMingLiU"/>
                <a:ea typeface="PMingLiU"/>
              </a:rPr>
              <a:t>作者：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Yang, Shuo and Luo, Ping and Loy, Chen Change and Tang,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Xiaoou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PMingLiU"/>
              <a:ea typeface="PMingLiU"/>
            </a:endParaRPr>
          </a:p>
          <a:p>
            <a:endParaRPr lang="en-US" altLang="ja-JP">
              <a:solidFill>
                <a:schemeClr val="tx1">
                  <a:lumMod val="95000"/>
                  <a:lumOff val="5000"/>
                </a:schemeClr>
              </a:solidFill>
              <a:latin typeface="PMingLiU"/>
              <a:ea typeface="PMingLiU"/>
            </a:endParaRPr>
          </a:p>
          <a:p>
            <a:endParaRPr lang="en-US" altLang="ja-JP">
              <a:latin typeface="PMingLiU"/>
              <a:ea typeface="PMingLiU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BBE23-0676-FDAE-5D48-9156CE9E1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CB5F-F3A5-42B6-BA58-EFBC994BF57E}" type="datetime1">
              <a:rPr lang="en-US" altLang="zh-TW"/>
              <a:t>6/17/2026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6CE9917-D2C7-CE21-F625-A77F77684D47}"/>
              </a:ext>
            </a:extLst>
          </p:cNvPr>
          <p:cNvSpPr txBox="1"/>
          <p:nvPr/>
        </p:nvSpPr>
        <p:spPr>
          <a:xfrm>
            <a:off x="6894871" y="2531806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>
                <a:solidFill>
                  <a:srgbClr val="FF0000"/>
                </a:solidFill>
                <a:ea typeface="PMingLiU"/>
              </a:rPr>
              <a:t>什麼是</a:t>
            </a:r>
            <a:r>
              <a:rPr lang="ja-JP" sz="1800" b="0" i="0" u="none" strike="noStrike" baseline="0">
                <a:solidFill>
                  <a:srgbClr val="FF0000"/>
                </a:solidFill>
                <a:ea typeface="PMingLiU"/>
              </a:rPr>
              <a:t>調參和消融實驗</a:t>
            </a:r>
            <a:r>
              <a:rPr lang="en-US" altLang="ja-JP">
                <a:solidFill>
                  <a:srgbClr val="FF0000"/>
                </a:solidFill>
                <a:latin typeface="Calisto MT"/>
                <a:ea typeface="PMingLiU"/>
              </a:rPr>
              <a:t>?</a:t>
            </a:r>
            <a:endParaRPr lang="ja-JP" altLang="en-US">
              <a:solidFill>
                <a:srgbClr val="FF0000"/>
              </a:solidFill>
              <a:latin typeface="Calisto MT" panose="02040603050505030304"/>
              <a:ea typeface="PMingLiU"/>
            </a:endParaRPr>
          </a:p>
          <a:p>
            <a:r>
              <a:rPr sz="1800" b="0" i="0">
                <a:solidFill>
                  <a:srgbClr val="FF0000"/>
                </a:solidFill>
                <a:latin typeface="PMingLiU"/>
                <a:ea typeface="PMingLiU"/>
                <a:cs typeface="PMingLiU"/>
              </a:rPr>
              <a:t>​</a:t>
            </a:r>
            <a:r>
              <a:rPr lang="zh-TW">
                <a:solidFill>
                  <a:srgbClr val="FF0000"/>
                </a:solidFill>
                <a:latin typeface="PMingLiU"/>
                <a:ea typeface="PMingLiU"/>
                <a:cs typeface="PMingLiU"/>
              </a:rPr>
              <a:t>訓練用了哪些</a:t>
            </a:r>
            <a:br>
              <a:rPr lang="zh-TW" altLang="en-US">
                <a:solidFill>
                  <a:srgbClr val="FF0000"/>
                </a:solidFill>
                <a:latin typeface="PMingLiU"/>
                <a:ea typeface="PMingLiU"/>
                <a:cs typeface="PMingLiU"/>
              </a:rPr>
            </a:br>
            <a:r>
              <a:rPr lang="zh-TW">
                <a:solidFill>
                  <a:srgbClr val="FF0000"/>
                </a:solidFill>
                <a:latin typeface="PMingLiU"/>
                <a:ea typeface="PMingLiU"/>
              </a:rPr>
              <a:t>測試用了哪些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E06EA278-CC17-C6FA-7BE9-105808C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94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FC6D-C0D8-13BE-941B-99EF9C37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>
                <a:latin typeface="PMingLiU"/>
                <a:ea typeface="PMingLiU"/>
                <a:cs typeface="Calibri Light"/>
              </a:rPr>
              <a:t>4-1.</a:t>
            </a:r>
            <a:r>
              <a:rPr lang="en-US" altLang="ja-JP" b="1" cap="none">
                <a:latin typeface="PMingLiU"/>
                <a:ea typeface="PMingLiU"/>
                <a:cs typeface="Calibri Light"/>
              </a:rPr>
              <a:t>YOLOv10</a:t>
            </a:r>
            <a:r>
              <a:rPr lang="ja-JP" altLang="en-US" b="1" cap="none">
                <a:latin typeface="PMingLiU"/>
                <a:ea typeface="PMingLiU"/>
                <a:cs typeface="Calibri Light"/>
              </a:rPr>
              <a:t>模型</a:t>
            </a:r>
            <a:endParaRPr lang="en-US" b="1" cap="none">
              <a:latin typeface="PMingLiU"/>
              <a:ea typeface="PMingLiU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D30D7-0E05-479C-5993-332F63AE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924" y="1983280"/>
            <a:ext cx="641063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ja-JP" altLang="en-US" sz="2400">
                <a:latin typeface="PMingLiU"/>
                <a:ea typeface="PMingLiU"/>
                <a:cs typeface="+mn-lt"/>
              </a:rPr>
              <a:t>延遲與準確度</a:t>
            </a:r>
            <a:r>
              <a:rPr lang="ja-JP" altLang="en-US">
                <a:latin typeface="PMingLiU"/>
                <a:ea typeface="PMingLiU"/>
                <a:cs typeface="+mn-lt"/>
              </a:rPr>
              <a:t>：</a:t>
            </a:r>
            <a:r>
              <a:rPr lang="en-US" altLang="ja-JP">
                <a:latin typeface="PMingLiU"/>
                <a:ea typeface="PMingLiU"/>
                <a:cs typeface="+mn-lt"/>
              </a:rPr>
              <a:t> 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在相同的延遲</a:t>
            </a:r>
            <a:r>
              <a:rPr lang="en-US" sz="2400">
                <a:latin typeface="PMingLiU"/>
                <a:ea typeface="PMingLiU"/>
                <a:cs typeface="+mn-lt"/>
              </a:rPr>
              <a:t>（Latency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）下</a:t>
            </a:r>
            <a:r>
              <a:rPr lang="en-US" sz="2400">
                <a:latin typeface="PMingLiU"/>
                <a:ea typeface="PMingLiU"/>
                <a:cs typeface="+mn-lt"/>
              </a:rPr>
              <a:t>，YOLOv10</a:t>
            </a:r>
            <a:r>
              <a:rPr lang="en-US" altLang="ja-JP" sz="2400">
                <a:latin typeface="PMingLiU"/>
                <a:ea typeface="PMingLiU"/>
                <a:cs typeface="+mn-lt"/>
              </a:rPr>
              <a:t> 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的準確度（</a:t>
            </a:r>
            <a:r>
              <a:rPr lang="en-US" altLang="ja-JP" sz="2400">
                <a:latin typeface="PMingLiU"/>
                <a:ea typeface="PMingLiU"/>
                <a:cs typeface="+mn-lt"/>
              </a:rPr>
              <a:t>COCO AP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）最高；也就是在達到相同準確度時，它的速度最快</a:t>
            </a:r>
            <a:endParaRPr lang="ja-JP" altLang="en-US" sz="2400">
              <a:latin typeface="PMingLiU"/>
              <a:ea typeface="PMingLiU"/>
              <a:cs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lang="ja-JP" altLang="en-US" sz="2400">
                <a:latin typeface="PMingLiU"/>
                <a:ea typeface="PMingLiU"/>
                <a:cs typeface="+mn-lt"/>
              </a:rPr>
              <a:t>模型輕量化</a:t>
            </a:r>
            <a:r>
              <a:rPr lang="ja-JP" altLang="en-US">
                <a:latin typeface="PMingLiU"/>
                <a:ea typeface="PMingLiU"/>
                <a:cs typeface="+mn-lt"/>
              </a:rPr>
              <a:t>：</a:t>
            </a:r>
            <a:r>
              <a:rPr lang="en-US" altLang="ja-JP">
                <a:latin typeface="PMingLiU"/>
                <a:ea typeface="PMingLiU"/>
                <a:cs typeface="+mn-lt"/>
              </a:rPr>
              <a:t> 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在參數點</a:t>
            </a:r>
            <a:r>
              <a:rPr lang="en-US" sz="2400">
                <a:latin typeface="PMingLiU"/>
                <a:ea typeface="PMingLiU"/>
                <a:cs typeface="+mn-lt"/>
              </a:rPr>
              <a:t>（Number of Parameters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）的對比中</a:t>
            </a:r>
            <a:r>
              <a:rPr lang="en-US" sz="2400">
                <a:latin typeface="PMingLiU"/>
                <a:ea typeface="PMingLiU"/>
                <a:cs typeface="+mn-lt"/>
              </a:rPr>
              <a:t>，YOLOv10</a:t>
            </a:r>
            <a:r>
              <a:rPr lang="en-US" altLang="ja-JP" sz="2400">
                <a:latin typeface="PMingLiU"/>
                <a:ea typeface="PMingLiU"/>
                <a:cs typeface="+mn-lt"/>
              </a:rPr>
              <a:t> 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展現了極高的參數利用率。它用更少的參數就超越了參數更多的舊款模型</a:t>
            </a:r>
            <a:endParaRPr lang="en-US" altLang="ja-JP" sz="2400">
              <a:latin typeface="PMingLiU"/>
              <a:ea typeface="PMingLiU"/>
              <a:cs typeface="Calibri"/>
            </a:endParaRPr>
          </a:p>
          <a:p>
            <a:pPr>
              <a:lnSpc>
                <a:spcPct val="110000"/>
              </a:lnSpc>
            </a:pPr>
            <a:endParaRPr lang="en-US">
              <a:latin typeface="PMingLiU"/>
              <a:ea typeface="PMingLiU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1703F-9C26-A222-71A3-6244CCD96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83" y="359492"/>
            <a:ext cx="4295775" cy="323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E14145-AA9B-F3DE-8EEC-5C1ADBB6D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327" y="3603369"/>
            <a:ext cx="4286250" cy="3190875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F765230-8A42-B44C-721B-76A4CD7F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313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5E386-FC1F-DCBD-5DEA-12DBF3C5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PMingLiU"/>
                <a:ea typeface="PMingLiU"/>
              </a:rPr>
              <a:t>4-2.YOLO各版本數據比較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410A2908-768E-F706-F099-E0FE054CF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275425"/>
              </p:ext>
            </p:extLst>
          </p:nvPr>
        </p:nvGraphicFramePr>
        <p:xfrm>
          <a:off x="949709" y="3041211"/>
          <a:ext cx="10297618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551">
                  <a:extLst>
                    <a:ext uri="{9D8B030D-6E8A-4147-A177-3AD203B41FA5}">
                      <a16:colId xmlns:a16="http://schemas.microsoft.com/office/drawing/2014/main" val="3113106636"/>
                    </a:ext>
                  </a:extLst>
                </a:gridCol>
                <a:gridCol w="1221826">
                  <a:extLst>
                    <a:ext uri="{9D8B030D-6E8A-4147-A177-3AD203B41FA5}">
                      <a16:colId xmlns:a16="http://schemas.microsoft.com/office/drawing/2014/main" val="2395330408"/>
                    </a:ext>
                  </a:extLst>
                </a:gridCol>
                <a:gridCol w="1576551">
                  <a:extLst>
                    <a:ext uri="{9D8B030D-6E8A-4147-A177-3AD203B41FA5}">
                      <a16:colId xmlns:a16="http://schemas.microsoft.com/office/drawing/2014/main" val="2616152700"/>
                    </a:ext>
                  </a:extLst>
                </a:gridCol>
                <a:gridCol w="1221819">
                  <a:extLst>
                    <a:ext uri="{9D8B030D-6E8A-4147-A177-3AD203B41FA5}">
                      <a16:colId xmlns:a16="http://schemas.microsoft.com/office/drawing/2014/main" val="3791262351"/>
                    </a:ext>
                  </a:extLst>
                </a:gridCol>
                <a:gridCol w="1439957">
                  <a:extLst>
                    <a:ext uri="{9D8B030D-6E8A-4147-A177-3AD203B41FA5}">
                      <a16:colId xmlns:a16="http://schemas.microsoft.com/office/drawing/2014/main" val="3691615254"/>
                    </a:ext>
                  </a:extLst>
                </a:gridCol>
                <a:gridCol w="1439957">
                  <a:extLst>
                    <a:ext uri="{9D8B030D-6E8A-4147-A177-3AD203B41FA5}">
                      <a16:colId xmlns:a16="http://schemas.microsoft.com/office/drawing/2014/main" val="4207838169"/>
                    </a:ext>
                  </a:extLst>
                </a:gridCol>
                <a:gridCol w="1439957">
                  <a:extLst>
                    <a:ext uri="{9D8B030D-6E8A-4147-A177-3AD203B41FA5}">
                      <a16:colId xmlns:a16="http://schemas.microsoft.com/office/drawing/2014/main" val="3806405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模型版本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Easy mAP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Medium mAP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Hard mAP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參數量 (Params)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運算量 (FLOPs)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數據出處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249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YOLOv5m</a:t>
                      </a:r>
                      <a:r>
                        <a:rPr lang="zh-TW" altLang="en-US" sz="2000" b="0" i="0" u="none" strike="noStrike" noProof="0">
                          <a:latin typeface="PMingLiU"/>
                          <a:ea typeface="PMingLiU"/>
                        </a:rPr>
                        <a:t> </a:t>
                      </a: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Face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95.30%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93.76%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85.28%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21.06 M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18.15 G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[18]</a:t>
                      </a:r>
                      <a:endParaRPr lang="zh-TW" altLang="en-US" sz="2000" b="0" i="0" u="none" strike="noStrike" noProof="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78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YOLOv7</a:t>
                      </a:r>
                      <a:r>
                        <a:rPr lang="zh-TW" altLang="en-US" sz="2000" b="0" i="0" u="none" strike="noStrike" noProof="0">
                          <a:latin typeface="PMingLiU"/>
                          <a:ea typeface="PMingLiU"/>
                        </a:rPr>
                        <a:t> </a:t>
                      </a: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Face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96.90%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95.50%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88.00%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36.50 M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103.40 G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[19]</a:t>
                      </a:r>
                      <a:endParaRPr lang="zh-TW" altLang="en-US" sz="2000" b="0" i="0" u="none" strike="noStrike" noProof="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2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YOLOv8m</a:t>
                      </a:r>
                      <a:r>
                        <a:rPr lang="zh-TW" altLang="en-US" sz="2000" b="0" i="0" u="none" strike="noStrike" noProof="0">
                          <a:latin typeface="PMingLiU"/>
                          <a:ea typeface="PMingLiU"/>
                        </a:rPr>
                        <a:t> </a:t>
                      </a: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Face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96.60%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95.00%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84.70%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25.90 M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78.90 G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[20]</a:t>
                      </a:r>
                      <a:endParaRPr lang="zh-TW" altLang="en-US" sz="2000" b="0" i="0" u="none" strike="noStrike" noProof="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442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YOLOv9-c Face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95.60%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94.10%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83.20%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25.30 M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2000" b="0" i="0" u="none" strike="noStrike" noProof="0">
                          <a:latin typeface="PMingLiU"/>
                          <a:ea typeface="PMingLiU"/>
                        </a:rPr>
                        <a:t>102.10 G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[20]</a:t>
                      </a:r>
                      <a:endParaRPr lang="zh-TW" altLang="en-US" sz="2000" b="0" i="0" u="none" strike="noStrike" noProof="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9984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YOLOv10m Face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~96.40%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~94.60%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~86.30%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16.45</a:t>
                      </a:r>
                      <a:r>
                        <a:rPr lang="zh-TW" altLang="en-US" sz="2000" b="0" i="0" u="none" strike="noStrike" noProof="0">
                          <a:latin typeface="PMingLiU"/>
                          <a:ea typeface="PMingLiU"/>
                        </a:rPr>
                        <a:t> </a:t>
                      </a: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M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59.10</a:t>
                      </a:r>
                      <a:r>
                        <a:rPr lang="zh-TW" altLang="en-US" sz="2000" b="0" i="0" u="none" strike="noStrike" noProof="0">
                          <a:latin typeface="PMingLiU"/>
                          <a:ea typeface="PMingLiU"/>
                        </a:rPr>
                        <a:t> </a:t>
                      </a: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G</a:t>
                      </a:r>
                      <a:endParaRPr lang="zh-TW" sz="2000">
                        <a:latin typeface="PMingLiU"/>
                        <a:ea typeface="PMingLiU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2000" b="0" i="0" u="none" strike="noStrike" noProof="0">
                          <a:latin typeface="PMingLiU"/>
                          <a:ea typeface="PMingLiU"/>
                        </a:rPr>
                        <a:t>[21]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676287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ADD727-A40D-25E3-BE11-61076DB4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1C50-9655-4195-833E-BF66E31EC733}" type="datetime1">
              <a:rPr lang="en-US" altLang="zh-TW"/>
              <a:t>6/17/2026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72D396-7BBE-DF42-E732-5A297A3297BE}"/>
              </a:ext>
            </a:extLst>
          </p:cNvPr>
          <p:cNvSpPr txBox="1"/>
          <p:nvPr/>
        </p:nvSpPr>
        <p:spPr>
          <a:xfrm>
            <a:off x="7263581" y="688258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11.yolo的介紹表格要解釋參數用意，還要特寫使用的是哪個模型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78FC9A3-C160-18D8-09A4-68C89FEC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156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6115-9A42-47CD-07C2-52A49493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MingLiU"/>
                <a:ea typeface="PMingLiU"/>
                <a:cs typeface="Calibri Light"/>
              </a:rPr>
              <a:t>4-3.Yolo</a:t>
            </a:r>
            <a:r>
              <a:rPr lang="en-US" b="1" cap="none">
                <a:latin typeface="PMingLiU"/>
                <a:ea typeface="PMingLiU"/>
                <a:cs typeface="Calibri Light"/>
              </a:rPr>
              <a:t>v</a:t>
            </a:r>
            <a:r>
              <a:rPr lang="en-US" b="1">
                <a:latin typeface="PMingLiU"/>
                <a:ea typeface="PMingLiU"/>
                <a:cs typeface="Calibri Light"/>
              </a:rPr>
              <a:t>10 </a:t>
            </a:r>
            <a:r>
              <a:rPr lang="ja-JP" altLang="en-US" b="1">
                <a:latin typeface="PMingLiU"/>
                <a:ea typeface="PMingLiU"/>
                <a:cs typeface="Calibri Light"/>
              </a:rPr>
              <a:t>模型比較</a:t>
            </a:r>
            <a:endParaRPr lang="en-US" b="1">
              <a:latin typeface="PMingLiU"/>
              <a:ea typeface="PMingLiU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4304E4-BE38-B15F-A56D-4DD087B28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6914" y="2329656"/>
            <a:ext cx="6248400" cy="3158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8759DB-4B54-A96C-0E5C-A37E52477460}"/>
              </a:ext>
            </a:extLst>
          </p:cNvPr>
          <p:cNvSpPr txBox="1"/>
          <p:nvPr/>
        </p:nvSpPr>
        <p:spPr>
          <a:xfrm>
            <a:off x="853118" y="2516972"/>
            <a:ext cx="3947650" cy="2797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latin typeface="PMingLiU"/>
                <a:ea typeface="PMingLiU"/>
                <a:cs typeface="+mn-lt"/>
              </a:rPr>
              <a:t>YOLOv10-s</a:t>
            </a:r>
            <a:r>
              <a:rPr lang="en-US" altLang="ja-JP" sz="2400">
                <a:latin typeface="PMingLiU"/>
                <a:ea typeface="PMingLiU"/>
                <a:cs typeface="+mn-lt"/>
              </a:rPr>
              <a:t> 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可以提供極其穩定的即時人臉追蹤，且低延遲特性可以為後續複雜的 </a:t>
            </a:r>
            <a:r>
              <a:rPr lang="en-US" sz="2400" err="1">
                <a:latin typeface="PMingLiU"/>
                <a:ea typeface="PMingLiU"/>
                <a:cs typeface="+mn-lt"/>
              </a:rPr>
              <a:t>FakeFormer</a:t>
            </a:r>
            <a:r>
              <a:rPr lang="en-US" altLang="ja-JP" sz="2400">
                <a:latin typeface="PMingLiU"/>
                <a:ea typeface="PMingLiU"/>
                <a:cs typeface="+mn-lt"/>
              </a:rPr>
              <a:t> </a:t>
            </a:r>
            <a:r>
              <a:rPr lang="ja-JP" sz="2400">
                <a:latin typeface="PMingLiU"/>
                <a:ea typeface="PMingLiU"/>
                <a:cs typeface="+mn-lt"/>
              </a:rPr>
              <a:t>模型</a:t>
            </a:r>
            <a:r>
              <a:rPr lang="ja-JP" altLang="en-US" sz="2400">
                <a:latin typeface="PMingLiU"/>
                <a:ea typeface="PMingLiU"/>
                <a:cs typeface="+mn-lt"/>
              </a:rPr>
              <a:t>留出更多的計算時間成本</a:t>
            </a:r>
            <a:r>
              <a:rPr lang="en-US" sz="2400">
                <a:latin typeface="PMingLiU"/>
                <a:ea typeface="PMingLiU"/>
                <a:cs typeface="+mn-lt"/>
              </a:rPr>
              <a:t>。</a:t>
            </a:r>
            <a:endParaRPr lang="en-US" sz="2400">
              <a:latin typeface="PMingLiU"/>
              <a:ea typeface="PMingLiU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C05CB2B-A119-A8F3-7CF8-2BD60B6F8E6E}"/>
              </a:ext>
            </a:extLst>
          </p:cNvPr>
          <p:cNvSpPr txBox="1"/>
          <p:nvPr/>
        </p:nvSpPr>
        <p:spPr>
          <a:xfrm>
            <a:off x="5161935" y="161003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11.yolo的介紹表格要解釋參數用意，還要特寫使用的是哪個模型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E2A4DE62-56CC-F2DA-5B5A-E3E61881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97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EE0-69B5-5CAE-0AA3-E88251F1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25" y="922096"/>
            <a:ext cx="10678975" cy="682772"/>
          </a:xfrm>
        </p:spPr>
        <p:txBody>
          <a:bodyPr>
            <a:normAutofit fontScale="90000"/>
          </a:bodyPr>
          <a:lstStyle/>
          <a:p>
            <a:r>
              <a:rPr lang="en-US" altLang="ja-JP" sz="4400" b="1">
                <a:latin typeface="PMingLiU"/>
                <a:ea typeface="PMingLiU"/>
              </a:rPr>
              <a:t>5.Y</a:t>
            </a:r>
            <a:r>
              <a:rPr lang="ja-JP" sz="4400" b="1">
                <a:latin typeface="PMingLiU"/>
                <a:ea typeface="PMingLiU"/>
              </a:rPr>
              <a:t>olo</a:t>
            </a:r>
            <a:r>
              <a:rPr lang="en-US" altLang="ja-JP" sz="4400" b="1" cap="none">
                <a:latin typeface="PMingLiU"/>
                <a:ea typeface="PMingLiU"/>
              </a:rPr>
              <a:t>v</a:t>
            </a:r>
            <a:r>
              <a:rPr lang="ja-JP" sz="4400" b="1">
                <a:latin typeface="PMingLiU"/>
                <a:ea typeface="PMingLiU"/>
              </a:rPr>
              <a:t>10</a:t>
            </a:r>
            <a:r>
              <a:rPr lang="en-US" altLang="ja-JP" sz="4400" b="1">
                <a:latin typeface="PMingLiU"/>
                <a:ea typeface="PMingLiU"/>
              </a:rPr>
              <a:t>-</a:t>
            </a:r>
            <a:r>
              <a:rPr lang="en-US" altLang="ja-JP" sz="4400" b="1" cap="none">
                <a:latin typeface="PMingLiU"/>
                <a:ea typeface="PMingLiU"/>
              </a:rPr>
              <a:t>s</a:t>
            </a:r>
            <a:r>
              <a:rPr lang="ja-JP" sz="4400" b="1">
                <a:latin typeface="PMingLiU"/>
                <a:ea typeface="PMingLiU"/>
              </a:rPr>
              <a:t> </a:t>
            </a:r>
            <a:r>
              <a:rPr lang="ja-JP" altLang="en-US" sz="4400" b="1">
                <a:latin typeface="PMingLiU"/>
                <a:ea typeface="PMingLiU"/>
              </a:rPr>
              <a:t>模型訓練</a:t>
            </a:r>
            <a:endParaRPr lang="en-US" sz="4400" b="1">
              <a:latin typeface="PMingLiU"/>
              <a:ea typeface="PMingLiU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B357175-38E8-F05F-5038-BBBE7D94A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799433"/>
              </p:ext>
            </p:extLst>
          </p:nvPr>
        </p:nvGraphicFramePr>
        <p:xfrm>
          <a:off x="700088" y="1714705"/>
          <a:ext cx="10691808" cy="4053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0717">
                  <a:extLst>
                    <a:ext uri="{9D8B030D-6E8A-4147-A177-3AD203B41FA5}">
                      <a16:colId xmlns:a16="http://schemas.microsoft.com/office/drawing/2014/main" val="862394361"/>
                    </a:ext>
                  </a:extLst>
                </a:gridCol>
                <a:gridCol w="2740717">
                  <a:extLst>
                    <a:ext uri="{9D8B030D-6E8A-4147-A177-3AD203B41FA5}">
                      <a16:colId xmlns:a16="http://schemas.microsoft.com/office/drawing/2014/main" val="3958677909"/>
                    </a:ext>
                  </a:extLst>
                </a:gridCol>
                <a:gridCol w="2740717">
                  <a:extLst>
                    <a:ext uri="{9D8B030D-6E8A-4147-A177-3AD203B41FA5}">
                      <a16:colId xmlns:a16="http://schemas.microsoft.com/office/drawing/2014/main" val="1118593297"/>
                    </a:ext>
                  </a:extLst>
                </a:gridCol>
                <a:gridCol w="2469657">
                  <a:extLst>
                    <a:ext uri="{9D8B030D-6E8A-4147-A177-3AD203B41FA5}">
                      <a16:colId xmlns:a16="http://schemas.microsoft.com/office/drawing/2014/main" val="1318322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ja-JP" alt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項目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檔案</a:t>
                      </a:r>
                      <a:r>
                        <a:rPr lang="en-US" altLang="ja-JP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/</a:t>
                      </a:r>
                      <a:r>
                        <a:rPr lang="en-US" altLang="ja-JP" b="1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參數</a:t>
                      </a:r>
                      <a:endParaRPr lang="ja-JP" alt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功能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245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Input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預訓練模型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yolov10s.pt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提供初始視覺特徵</a:t>
                      </a:r>
                      <a:endParaRPr lang="en-US" altLang="ja-JP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025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資料位置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data.yaml</a:t>
                      </a:r>
                      <a:endParaRPr lang="en-US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指引資料存放位置</a:t>
                      </a:r>
                      <a:endParaRPr lang="en-US" altLang="ja-JP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3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控制參數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batch, epochs,...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決定訓練次數與大小</a:t>
                      </a:r>
                      <a:endParaRPr lang="en-US" altLang="ja-JP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490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Output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訓練成果模型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best.pt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作為人臉篩選器的核心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40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效能圖表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results.png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MingLiU"/>
                          <a:ea typeface="PMingLiU"/>
                          <a:cs typeface="Helvetica"/>
                        </a:rPr>
                        <a:t>過度擬合</a:t>
                      </a:r>
                      <a:r>
                        <a:rPr lang="ja-JP" altLang="en-US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 </a:t>
                      </a:r>
                      <a:r>
                        <a:rPr lang="en-US" altLang="ja-JP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(</a:t>
                      </a:r>
                      <a:r>
                        <a:rPr lang="en-US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Overfitting)</a:t>
                      </a:r>
                      <a:endParaRPr lang="en-US" altLang="ja-JP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PMingLiU"/>
                        <a:ea typeface="PMingLiU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28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MingLiU"/>
                        <a:ea typeface="PMingLiU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日誌紀錄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results.csv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MingLiU"/>
                          <a:ea typeface="PMingLiU"/>
                        </a:rPr>
                        <a:t>紀錄每一輪的詳細數據</a:t>
                      </a:r>
                      <a:endParaRPr lang="en-US" altLang="ja-JP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3632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EE2E4-D0B8-9527-4CD0-30790BAB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018E-B09A-42E0-84AF-81614C223CC9}" type="datetime1">
              <a:rPr lang="en-US" altLang="zh-TW"/>
              <a:t>6/17/2026</a:t>
            </a:fld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8CA7C25-9FCA-73ED-1DA6-9AC92C05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228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2D98-7488-7523-09C8-DC3DB91F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>
                <a:latin typeface="PMingLiU"/>
                <a:ea typeface="PMingLiU"/>
              </a:rPr>
              <a:t>5.Yolo</a:t>
            </a:r>
            <a:r>
              <a:rPr lang="en-US" altLang="ja-JP" b="1" cap="none">
                <a:latin typeface="PMingLiU"/>
                <a:ea typeface="PMingLiU"/>
              </a:rPr>
              <a:t>v</a:t>
            </a:r>
            <a:r>
              <a:rPr lang="en-US" altLang="ja-JP" b="1">
                <a:latin typeface="PMingLiU"/>
                <a:ea typeface="PMingLiU"/>
              </a:rPr>
              <a:t>10-</a:t>
            </a:r>
            <a:r>
              <a:rPr lang="en-US" altLang="ja-JP" b="1" cap="none">
                <a:latin typeface="PMingLiU"/>
                <a:ea typeface="PMingLiU"/>
              </a:rPr>
              <a:t>s</a:t>
            </a:r>
            <a:r>
              <a:rPr lang="ja-JP" altLang="en-US" b="1">
                <a:latin typeface="PMingLiU"/>
                <a:ea typeface="PMingLiU"/>
              </a:rPr>
              <a:t> 模型</a:t>
            </a:r>
            <a:r>
              <a:rPr lang="ja-JP" b="1">
                <a:latin typeface="PMingLiU"/>
                <a:ea typeface="PMingLiU"/>
              </a:rPr>
              <a:t>訓練</a:t>
            </a:r>
            <a:endParaRPr lang="zh-TW" altLang="en-US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75831-6AE6-709D-E7D7-402FF2E9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9736-5825-4CB1-AEA8-6D43EC6DA95F}" type="datetime1">
              <a:rPr lang="en-US" altLang="zh-TW"/>
              <a:t>6/17/2026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6F65B02-F18C-48EB-CCAF-07514BC93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48" t="8716" r="12559" b="58186"/>
          <a:stretch>
            <a:fillRect/>
          </a:stretch>
        </p:blipFill>
        <p:spPr>
          <a:xfrm>
            <a:off x="713894" y="1899837"/>
            <a:ext cx="10378712" cy="398028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2E521EC-4831-C5A6-40B3-75DC15C9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261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ECA2-5B1B-E376-4320-13EBA662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25" y="922096"/>
            <a:ext cx="10678975" cy="793385"/>
          </a:xfrm>
        </p:spPr>
        <p:txBody>
          <a:bodyPr/>
          <a:lstStyle/>
          <a:p>
            <a:r>
              <a:rPr lang="en-US" b="1" cap="none">
                <a:latin typeface="PMingLiU"/>
                <a:ea typeface="PMingLiU"/>
                <a:cs typeface="+mj-lt"/>
              </a:rPr>
              <a:t>5-1.data.yaml</a:t>
            </a:r>
            <a:endParaRPr lang="en-US" b="1">
              <a:latin typeface="PMingLiU"/>
              <a:ea typeface="PMingLiU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C89325-EC5D-0811-AB77-39DDE9FA6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6280" y="2261938"/>
            <a:ext cx="8077814" cy="342807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EC17-F8F1-FC46-150E-EEF36089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335EB-E61F-42A6-9910-05DEEA177143}" type="datetime1">
              <a:rPr lang="en-US" altLang="zh-TW"/>
              <a:t>6/17/2026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FB4EF-90A0-C00D-5DF7-C12E36498C66}"/>
              </a:ext>
            </a:extLst>
          </p:cNvPr>
          <p:cNvSpPr txBox="1"/>
          <p:nvPr/>
        </p:nvSpPr>
        <p:spPr>
          <a:xfrm>
            <a:off x="572559" y="2113512"/>
            <a:ext cx="2628433" cy="373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latin typeface="PMingLiU"/>
                <a:ea typeface="PMingLiU"/>
              </a:rPr>
              <a:t>data.yaml</a:t>
            </a:r>
            <a:r>
              <a:rPr lang="ja-JP" altLang="en-US" sz="2000">
                <a:latin typeface="PMingLiU"/>
                <a:ea typeface="PMingLiU"/>
              </a:rPr>
              <a:t>檔案會告訴訓練程式要去哪裡找要訓練的圖片。</a:t>
            </a:r>
            <a:r>
              <a:rPr lang="ja-JP" sz="2000">
                <a:latin typeface="PMingLiU"/>
                <a:ea typeface="PMingLiU"/>
                <a:cs typeface="+mn-lt"/>
              </a:rPr>
              <a:t>YOLO</a:t>
            </a:r>
            <a:r>
              <a:rPr lang="en-US" altLang="ja-JP" sz="2000">
                <a:latin typeface="PMingLiU"/>
                <a:ea typeface="PMingLiU"/>
                <a:cs typeface="+mn-lt"/>
              </a:rPr>
              <a:t>v10</a:t>
            </a:r>
            <a:r>
              <a:rPr lang="ja-JP" sz="2000">
                <a:latin typeface="PMingLiU"/>
                <a:ea typeface="PMingLiU"/>
                <a:cs typeface="+mn-lt"/>
              </a:rPr>
              <a:t> 會自動化讀取 </a:t>
            </a:r>
            <a:r>
              <a:rPr lang="ja-JP" sz="2000">
                <a:latin typeface="PMingLiU"/>
                <a:ea typeface="PMingLiU"/>
              </a:rPr>
              <a:t>data.yaml</a:t>
            </a:r>
            <a:r>
              <a:rPr lang="ja-JP" sz="2000">
                <a:latin typeface="PMingLiU"/>
                <a:ea typeface="PMingLiU"/>
                <a:cs typeface="+mn-lt"/>
              </a:rPr>
              <a:t> 裡面的圖片路徑，然後自動去旁邊找對應的標籤檔（</a:t>
            </a:r>
            <a:r>
              <a:rPr lang="ja-JP" sz="2000">
                <a:latin typeface="PMingLiU"/>
                <a:ea typeface="PMingLiU"/>
              </a:rPr>
              <a:t>.txt</a:t>
            </a:r>
            <a:r>
              <a:rPr lang="ja-JP" sz="2000">
                <a:latin typeface="PMingLiU"/>
                <a:ea typeface="PMingLiU"/>
                <a:cs typeface="+mn-lt"/>
              </a:rPr>
              <a:t>）。</a:t>
            </a:r>
            <a:endParaRPr lang="en-US" sz="2000">
              <a:latin typeface="PMingLiU"/>
              <a:ea typeface="PMingLiU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C0331D5-2A40-1A86-50FB-E6DED224B660}"/>
              </a:ext>
            </a:extLst>
          </p:cNvPr>
          <p:cNvSpPr txBox="1"/>
          <p:nvPr/>
        </p:nvSpPr>
        <p:spPr>
          <a:xfrm>
            <a:off x="4129548" y="1167581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9.yolo的訓練集要搞清楚的，那些是訓練那些是測試，數量個多少，.yaml那一頁的資料集路徑要講寫清楚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306EE08-4E7A-3DFD-5C4D-1348AF26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685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41EE-7DDB-8A7D-90E0-A5ADDEF1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latin typeface="PMingLiU"/>
                <a:ea typeface="PMingLiU"/>
              </a:rPr>
              <a:t>5-2.</a:t>
            </a:r>
            <a:r>
              <a:rPr lang="en-US" altLang="ja-JP" b="1">
                <a:latin typeface="PMingLiU"/>
                <a:ea typeface="PMingLiU"/>
              </a:rPr>
              <a:t>Y</a:t>
            </a:r>
            <a:r>
              <a:rPr lang="ja-JP" b="1">
                <a:latin typeface="PMingLiU"/>
                <a:ea typeface="PMingLiU"/>
              </a:rPr>
              <a:t>olo</a:t>
            </a:r>
            <a:r>
              <a:rPr lang="en-US" altLang="ja-JP" b="1" cap="none">
                <a:latin typeface="PMingLiU"/>
                <a:ea typeface="PMingLiU"/>
              </a:rPr>
              <a:t>v</a:t>
            </a:r>
            <a:r>
              <a:rPr lang="ja-JP" b="1">
                <a:latin typeface="PMingLiU"/>
                <a:ea typeface="PMingLiU"/>
              </a:rPr>
              <a:t>10</a:t>
            </a:r>
            <a:r>
              <a:rPr lang="en-US" altLang="ja-JP" b="1">
                <a:latin typeface="PMingLiU"/>
                <a:ea typeface="PMingLiU"/>
              </a:rPr>
              <a:t>-</a:t>
            </a:r>
            <a:r>
              <a:rPr lang="en-US" altLang="ja-JP" b="1" cap="none">
                <a:latin typeface="PMingLiU"/>
                <a:ea typeface="PMingLiU"/>
              </a:rPr>
              <a:t>s</a:t>
            </a:r>
            <a:r>
              <a:rPr lang="ja-JP" b="1">
                <a:latin typeface="PMingLiU"/>
                <a:ea typeface="PMingLiU"/>
              </a:rPr>
              <a:t> 模型訓練</a:t>
            </a:r>
            <a:r>
              <a:rPr lang="ja-JP" altLang="en-US" b="1">
                <a:latin typeface="PMingLiU"/>
                <a:ea typeface="PMingLiU"/>
              </a:rPr>
              <a:t>成果檔案</a:t>
            </a:r>
            <a:endParaRPr lang="en-US" b="1">
              <a:latin typeface="PMingLiU"/>
              <a:ea typeface="PMingLiU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58F59B-7190-CE1D-4302-B57E59492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440" y="1844220"/>
            <a:ext cx="10695653" cy="174399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6DBA1-5EA2-02DC-9937-2A1B72EB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AAD4-C3EC-42E3-A1EF-DB3FC4515C87}" type="datetime1">
              <a:rPr lang="en-US" altLang="zh-TW"/>
              <a:t>6/17/2026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5C235D-46E6-8C4F-D776-8D9A3BD21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5" t="3773" r="54913" b="26415"/>
          <a:stretch>
            <a:fillRect/>
          </a:stretch>
        </p:blipFill>
        <p:spPr>
          <a:xfrm>
            <a:off x="197719" y="5932538"/>
            <a:ext cx="1405236" cy="795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66394D-1DB6-2734-2FB3-333107F125D6}"/>
              </a:ext>
            </a:extLst>
          </p:cNvPr>
          <p:cNvSpPr txBox="1"/>
          <p:nvPr/>
        </p:nvSpPr>
        <p:spPr>
          <a:xfrm>
            <a:off x="700549" y="3699387"/>
            <a:ext cx="11135031" cy="2121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altLang="ja-JP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a</a:t>
            </a:r>
            <a:r>
              <a:rPr lang="ja-JP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rgs.yaml</a:t>
            </a:r>
            <a:r>
              <a:rPr lang="ja-JP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 </a:t>
            </a:r>
            <a:r>
              <a:rPr lang="ja-JP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訓練清單：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記錄了啟動訓練時所有的參數(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例如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imgsz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: 640, batch: 4, epochs: 50 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以及資料路徑)</a:t>
            </a:r>
            <a:endParaRPr lang="en-US" altLang="ja-JP">
              <a:solidFill>
                <a:schemeClr val="tx1">
                  <a:lumMod val="95000"/>
                  <a:lumOff val="5000"/>
                </a:schemeClr>
              </a:solidFill>
              <a:latin typeface="PMingLiU"/>
              <a:ea typeface="PMingLiU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</a:rPr>
              <a:t>labels </a:t>
            </a:r>
            <a:r>
              <a:rPr lang="ja-JP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標籤分佈圖：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畫出你所有資料集中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「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人臉框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」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的位置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、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大小與數量分佈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altLang="ja-JP" b="1" err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labels_correlogram</a:t>
            </a:r>
            <a:r>
              <a:rPr lang="en-US" altLang="ja-JP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 </a:t>
            </a:r>
            <a:r>
              <a:rPr lang="ja-JP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座標相關性圖</a:t>
            </a:r>
            <a:r>
              <a:rPr lang="ja-JP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：</a:t>
            </a:r>
            <a:r>
              <a:rPr lang="ja-JP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展示 x, y, width, height 之間的關聯用來檢查框的大小是否跟位置有關聯</a:t>
            </a:r>
            <a:endParaRPr lang="ja-JP" altLang="en-US">
              <a:solidFill>
                <a:schemeClr val="tx1">
                  <a:lumMod val="95000"/>
                  <a:lumOff val="5000"/>
                </a:schemeClr>
              </a:solidFill>
              <a:latin typeface="PMingLiU"/>
              <a:ea typeface="PMingLiU"/>
              <a:cs typeface="+mn-lt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ja-JP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results 核心成績：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記錄了每一輪的損失值 </a:t>
            </a:r>
            <a:r>
              <a:rPr lang="en-US" altLang="ja-JP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(Loss)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 和精準度 </a:t>
            </a:r>
            <a:r>
              <a:rPr lang="en-US" altLang="ja-JP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(</a:t>
            </a:r>
            <a:r>
              <a:rPr lang="en-US" altLang="ja-JP" err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mAP</a:t>
            </a:r>
            <a:r>
              <a:rPr lang="en-US" altLang="ja-JP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train_batch0,1,2：</a:t>
            </a:r>
            <a:r>
              <a:rPr lang="ja-JP" altLang="en-US">
                <a:solidFill>
                  <a:schemeClr val="tx1">
                    <a:lumMod val="95000"/>
                    <a:lumOff val="5000"/>
                  </a:schemeClr>
                </a:solidFill>
                <a:latin typeface="PMingLiU"/>
                <a:ea typeface="PMingLiU"/>
                <a:cs typeface="+mn-lt"/>
              </a:rPr>
              <a:t>模型測試圖</a:t>
            </a:r>
            <a:endParaRPr lang="en-US" altLang="ja-JP">
              <a:solidFill>
                <a:schemeClr val="tx1">
                  <a:lumMod val="95000"/>
                  <a:lumOff val="5000"/>
                </a:schemeClr>
              </a:solidFill>
              <a:latin typeface="PMingLiU"/>
              <a:ea typeface="PMingLiU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1C5811B-B9AC-F3A9-85B6-5466923351A2}"/>
                  </a:ext>
                </a:extLst>
              </p14:cNvPr>
              <p14:cNvContentPartPr/>
              <p14:nvPr/>
            </p14:nvContentPartPr>
            <p14:xfrm>
              <a:off x="252438" y="2877207"/>
              <a:ext cx="508713" cy="2870679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1C5811B-B9AC-F3A9-85B6-5466923351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450" y="2859209"/>
                <a:ext cx="544330" cy="2906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E8014AB-4CBA-CD00-CF1F-402B64B80DD4}"/>
                  </a:ext>
                </a:extLst>
              </p14:cNvPr>
              <p14:cNvContentPartPr/>
              <p14:nvPr/>
            </p14:nvContentPartPr>
            <p14:xfrm>
              <a:off x="197068" y="5451198"/>
              <a:ext cx="305437" cy="309307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E8014AB-4CBA-CD00-CF1F-402B64B80D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101" y="5433215"/>
                <a:ext cx="341011" cy="34491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E6848A9A-0CBE-4B5F-E358-268F43D1AA28}"/>
              </a:ext>
            </a:extLst>
          </p:cNvPr>
          <p:cNvSpPr txBox="1"/>
          <p:nvPr/>
        </p:nvSpPr>
        <p:spPr>
          <a:xfrm>
            <a:off x="3220065" y="9832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7.Yolo的成果展示要馬解釋清楚作用，如果不太需要的就不用放上來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2DC73FC-1A40-0298-1E4E-DC8B9507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676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9F105F-B150-E088-9ECE-7AEF7EE3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b="1">
                <a:latin typeface="PMingLiU"/>
                <a:ea typeface="PMingLiU"/>
                <a:cs typeface="+mj-lt"/>
              </a:rPr>
              <a:t>5-2.</a:t>
            </a:r>
            <a:r>
              <a:rPr lang="en-US" altLang="zh-TW" b="1">
                <a:latin typeface="PMingLiU"/>
                <a:ea typeface="PMingLiU"/>
                <a:cs typeface="+mj-lt"/>
              </a:rPr>
              <a:t>Y</a:t>
            </a:r>
            <a:r>
              <a:rPr lang="en-US" altLang="ja-JP" b="1">
                <a:latin typeface="PMingLiU"/>
                <a:ea typeface="PMingLiU"/>
                <a:cs typeface="+mj-lt"/>
              </a:rPr>
              <a:t>olo</a:t>
            </a:r>
            <a:r>
              <a:rPr lang="en-US" altLang="zh-TW" b="1" cap="none">
                <a:latin typeface="PMingLiU"/>
                <a:ea typeface="PMingLiU"/>
                <a:cs typeface="+mj-lt"/>
              </a:rPr>
              <a:t>v</a:t>
            </a:r>
            <a:r>
              <a:rPr lang="en-US" altLang="ja-JP" b="1">
                <a:latin typeface="PMingLiU"/>
                <a:ea typeface="PMingLiU"/>
                <a:cs typeface="+mj-lt"/>
              </a:rPr>
              <a:t>10</a:t>
            </a:r>
            <a:r>
              <a:rPr lang="en-US" altLang="zh-TW" b="1">
                <a:latin typeface="PMingLiU"/>
                <a:ea typeface="PMingLiU"/>
                <a:cs typeface="+mj-lt"/>
              </a:rPr>
              <a:t>-</a:t>
            </a:r>
            <a:r>
              <a:rPr lang="en-US" altLang="zh-TW" b="1" cap="none">
                <a:latin typeface="PMingLiU"/>
                <a:ea typeface="PMingLiU"/>
                <a:cs typeface="+mj-lt"/>
              </a:rPr>
              <a:t>s</a:t>
            </a:r>
            <a:r>
              <a:rPr lang="ja-JP" altLang="en-US" b="1">
                <a:latin typeface="PMingLiU"/>
                <a:ea typeface="PMingLiU"/>
                <a:cs typeface="+mj-lt"/>
              </a:rPr>
              <a:t> 模型訓練成果檔案</a:t>
            </a:r>
            <a:endParaRPr lang="zh-TW" altLang="en-US">
              <a:latin typeface="PMingLiU"/>
              <a:ea typeface="PMingLiU"/>
              <a:cs typeface="+mj-lt"/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4E983977-261F-ED6A-23B5-57C40CD25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780726"/>
              </p:ext>
            </p:extLst>
          </p:nvPr>
        </p:nvGraphicFramePr>
        <p:xfrm>
          <a:off x="700088" y="2292350"/>
          <a:ext cx="10691811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3937">
                  <a:extLst>
                    <a:ext uri="{9D8B030D-6E8A-4147-A177-3AD203B41FA5}">
                      <a16:colId xmlns:a16="http://schemas.microsoft.com/office/drawing/2014/main" val="2421156008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3513506904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1151566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評估指標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實測數值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指標說明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9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Precision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88.87%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模型框出的人臉中，</a:t>
                      </a:r>
                      <a:r>
                        <a:rPr lang="zh-TW" altLang="en-US" sz="1800" b="0" i="0" u="none" strike="noStrike" noProof="0">
                          <a:latin typeface="Calisto MT"/>
                        </a:rPr>
                        <a:t>是</a:t>
                      </a:r>
                      <a:r>
                        <a:rPr lang="zh-TW" sz="1800" b="0" i="0" u="none" strike="noStrike" noProof="0">
                          <a:latin typeface="Calisto MT"/>
                        </a:rPr>
                        <a:t>正確的人臉</a:t>
                      </a:r>
                      <a:r>
                        <a:rPr lang="zh-TW" altLang="en-US" sz="1800" b="0" i="0" u="none" strike="noStrike" noProof="0">
                          <a:latin typeface="Calisto MT"/>
                        </a:rPr>
                        <a:t>機率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2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Recall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68.18%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資料集中所有的人臉，模型成功捕捉</a:t>
                      </a:r>
                      <a:r>
                        <a:rPr lang="zh-TW" altLang="en-US" sz="1800" b="0" i="0" u="none" strike="noStrike" noProof="0">
                          <a:latin typeface="Calisto MT"/>
                        </a:rPr>
                        <a:t>率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65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mAP@0.5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75.07%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在 IoU 閾值為 0.5 時的綜合偵測準確度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632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mAP@0.5:0.95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51.46%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更嚴格的綜合指標，展現模型在高重疊度要求下的穩定性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256317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273AFF-3704-78FD-0F55-E889C82C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C928-6C60-4457-8043-AD9B2F1FF2A2}" type="datetime1">
              <a:rPr lang="en-US" altLang="zh-TW"/>
              <a:t>6/17/2026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3487652-5C76-8F4B-F0EC-40DA4E0CD563}"/>
              </a:ext>
            </a:extLst>
          </p:cNvPr>
          <p:cNvSpPr txBox="1"/>
          <p:nvPr/>
        </p:nvSpPr>
        <p:spPr>
          <a:xfrm>
            <a:off x="4719484" y="161003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11.yolo的介紹表格要解釋參數用意，還要特寫使用的是哪個模型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E2CFC8-EB1B-BC51-2F8B-378ECDD0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243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5DEF-CD82-CB7F-59AF-B4AECDED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latin typeface="PMingLiU"/>
                <a:ea typeface="PMingLiU"/>
              </a:rPr>
              <a:t>5-3.</a:t>
            </a:r>
            <a:r>
              <a:rPr lang="en-US" altLang="ja-JP" b="1">
                <a:latin typeface="PMingLiU"/>
                <a:ea typeface="PMingLiU"/>
              </a:rPr>
              <a:t>Yolo</a:t>
            </a:r>
            <a:r>
              <a:rPr lang="en-US" altLang="ja-JP" b="1" cap="none">
                <a:latin typeface="PMingLiU"/>
                <a:ea typeface="PMingLiU"/>
              </a:rPr>
              <a:t>v</a:t>
            </a:r>
            <a:r>
              <a:rPr lang="en-US" altLang="ja-JP" b="1">
                <a:latin typeface="PMingLiU"/>
                <a:ea typeface="PMingLiU"/>
              </a:rPr>
              <a:t>10-</a:t>
            </a:r>
            <a:r>
              <a:rPr lang="en-US" altLang="ja-JP" b="1" cap="none">
                <a:latin typeface="PMingLiU"/>
                <a:ea typeface="PMingLiU"/>
              </a:rPr>
              <a:t>s</a:t>
            </a:r>
            <a:r>
              <a:rPr lang="ja-JP" b="1">
                <a:latin typeface="PMingLiU"/>
                <a:ea typeface="PMingLiU"/>
              </a:rPr>
              <a:t> 模型訓練</a:t>
            </a:r>
            <a:r>
              <a:rPr lang="ja-JP" altLang="en-US" b="1">
                <a:latin typeface="PMingLiU"/>
                <a:ea typeface="PMingLiU"/>
              </a:rPr>
              <a:t>標籤分布圖</a:t>
            </a:r>
            <a:endParaRPr lang="en-US" b="1">
              <a:latin typeface="PMingLiU"/>
              <a:ea typeface="PMingLiU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DA72C-1256-1E1B-9D7C-6B086A2D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A3ED-12E9-4417-BFD9-A4EB39D7F9AF}" type="datetime1">
              <a:rPr lang="en-US" altLang="zh-TW"/>
              <a:t>6/17/2026</a:t>
            </a:fld>
            <a:endParaRPr lang="en-US"/>
          </a:p>
        </p:txBody>
      </p:sp>
      <p:pic>
        <p:nvPicPr>
          <p:cNvPr id="9" name="內容版面配置區 8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D89EF535-0E18-313F-02AC-E8809A77A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327" y="1715057"/>
            <a:ext cx="4292984" cy="4292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圖片 9" descr="一張含有 文字, 圖表, Rectangle, 螢幕擷取畫面 的圖片&#10;&#10;AI 產生的內容可能不正確。">
            <a:extLst>
              <a:ext uri="{FF2B5EF4-FFF2-40B4-BE49-F238E27FC236}">
                <a16:creationId xmlns:a16="http://schemas.microsoft.com/office/drawing/2014/main" id="{6B27D776-6F8D-B278-8DFF-467F3E837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18527"/>
            <a:ext cx="4285510" cy="4285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330E3E-BF22-AD87-23C2-B21A7001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191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E67E88-3844-46DA-6349-8DEB219A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3D3D-D865-4F6E-A4A1-B58BE141173B}" type="datetime1">
              <a:rPr lang="en-US" altLang="zh-TW"/>
              <a:t>6/17/2026</a:t>
            </a:fld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D14BB28-CD04-26EA-7817-B20D56BD4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68" y="1718945"/>
            <a:ext cx="10662920" cy="31362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800" b="1">
                <a:latin typeface="PMingLiU"/>
                <a:ea typeface="PMingLiU"/>
                <a:cs typeface="+mn-lt"/>
              </a:rPr>
              <a:t>使用模型：</a:t>
            </a:r>
            <a:r>
              <a:rPr lang="zh-TW" altLang="en-US" sz="2800">
                <a:latin typeface="PMingLiU"/>
                <a:ea typeface="PMingLiU"/>
                <a:cs typeface="+mn-lt"/>
              </a:rPr>
              <a:t> </a:t>
            </a:r>
            <a:r>
              <a:rPr lang="zh-TW" sz="2400">
                <a:latin typeface="PMingLiU"/>
                <a:ea typeface="PMingLiU"/>
                <a:cs typeface="+mn-lt"/>
              </a:rPr>
              <a:t>Fa</a:t>
            </a:r>
            <a:r>
              <a:rPr lang="en-US" altLang="zh-TW" sz="2400" err="1">
                <a:latin typeface="PMingLiU"/>
                <a:ea typeface="PMingLiU"/>
                <a:cs typeface="+mn-lt"/>
              </a:rPr>
              <a:t>ke</a:t>
            </a:r>
            <a:r>
              <a:rPr lang="zh-TW" sz="2400">
                <a:latin typeface="PMingLiU"/>
                <a:ea typeface="PMingLiU"/>
                <a:cs typeface="+mn-lt"/>
              </a:rPr>
              <a:t>Former </a:t>
            </a:r>
            <a:r>
              <a:rPr lang="en-US" altLang="zh-TW" sz="2400">
                <a:latin typeface="PMingLiU"/>
                <a:ea typeface="PMingLiU"/>
                <a:cs typeface="+mn-lt"/>
              </a:rPr>
              <a:t>(2024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 的 </a:t>
            </a:r>
            <a:r>
              <a:rPr lang="en-US" altLang="zh-TW" sz="2400" err="1">
                <a:latin typeface="PMingLiU"/>
                <a:ea typeface="PMingLiU"/>
                <a:cs typeface="+mn-lt"/>
              </a:rPr>
              <a:t>Deepfake</a:t>
            </a:r>
            <a:r>
              <a:rPr lang="en-US" altLang="en-US" sz="2400">
                <a:latin typeface="PMingLiU"/>
                <a:ea typeface="PMingLiU"/>
                <a:cs typeface="+mn-lt"/>
              </a:rPr>
              <a:t> </a:t>
            </a:r>
            <a:r>
              <a:rPr lang="en-US" altLang="en-US" sz="2400" err="1">
                <a:latin typeface="PMingLiU"/>
                <a:ea typeface="PMingLiU"/>
                <a:cs typeface="+mn-lt"/>
              </a:rPr>
              <a:t>檢測</a:t>
            </a:r>
            <a:r>
              <a:rPr lang="zh-TW" sz="2400">
                <a:latin typeface="PMingLiU"/>
                <a:ea typeface="PMingLiU"/>
                <a:cs typeface="+mn-lt"/>
              </a:rPr>
              <a:t>模型</a:t>
            </a:r>
            <a:r>
              <a:rPr lang="en-US" altLang="zh-TW" sz="2400">
                <a:latin typeface="PMingLiU"/>
                <a:ea typeface="PMingLiU"/>
                <a:cs typeface="+mn-lt"/>
              </a:rPr>
              <a:t>)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 </a:t>
            </a:r>
            <a:endParaRPr lang="zh-TW" sz="2400">
              <a:latin typeface="PMingLiU"/>
              <a:ea typeface="PMingLiU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800" b="1">
                <a:latin typeface="PMingLiU"/>
                <a:ea typeface="PMingLiU"/>
                <a:cs typeface="+mn-lt"/>
              </a:rPr>
              <a:t>模組定位：</a:t>
            </a:r>
            <a:r>
              <a:rPr lang="zh-TW" altLang="en-US" sz="2800">
                <a:latin typeface="PMingLiU"/>
                <a:ea typeface="PMingLiU"/>
                <a:cs typeface="+mn-lt"/>
              </a:rPr>
              <a:t> 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接收第一階段 </a:t>
            </a:r>
            <a:r>
              <a:rPr lang="en-US" altLang="zh-TW" sz="2400">
                <a:latin typeface="PMingLiU"/>
                <a:ea typeface="PMingLiU"/>
                <a:cs typeface="+mn-lt"/>
              </a:rPr>
              <a:t>YOLOv10-s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 擷</a:t>
            </a:r>
            <a:r>
              <a:rPr lang="zh-TW" sz="2400">
                <a:latin typeface="PMingLiU"/>
                <a:ea typeface="PMingLiU"/>
                <a:cs typeface="+mn-lt"/>
              </a:rPr>
              <a:t>取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的人臉影像來</a:t>
            </a:r>
            <a:r>
              <a:rPr lang="zh-TW" sz="2400">
                <a:latin typeface="PMingLiU"/>
                <a:ea typeface="PMingLiU"/>
                <a:cs typeface="+mn-lt"/>
              </a:rPr>
              <a:t>進行真偽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判斷 </a:t>
            </a:r>
            <a:endParaRPr lang="zh-TW" sz="2400">
              <a:latin typeface="PMingLiU"/>
              <a:ea typeface="PMingLiU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5C56F01-F87B-CE49-2657-F7B9BFBBE5D1}"/>
              </a:ext>
            </a:extLst>
          </p:cNvPr>
          <p:cNvSpPr txBox="1"/>
          <p:nvPr/>
        </p:nvSpPr>
        <p:spPr>
          <a:xfrm>
            <a:off x="690880" y="1010920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4000" b="1">
                <a:latin typeface="PMingLiU"/>
                <a:ea typeface="PMingLiU"/>
              </a:rPr>
              <a:t>6.Deepfake檢測模組</a:t>
            </a:r>
            <a:endParaRPr lang="zh-TW">
              <a:latin typeface="PMingLiU"/>
              <a:ea typeface="PMingLiU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37989D7-59AF-7C37-0E82-561B53627A1E}"/>
              </a:ext>
            </a:extLst>
          </p:cNvPr>
          <p:cNvSpPr txBox="1"/>
          <p:nvPr/>
        </p:nvSpPr>
        <p:spPr>
          <a:xfrm>
            <a:off x="690880" y="5003965"/>
            <a:ext cx="893457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highlight>
                  <a:srgbClr val="FFFFFF"/>
                </a:highlight>
                <a:ea typeface="+mn-lt"/>
                <a:cs typeface="+mn-lt"/>
              </a:rPr>
              <a:t>[2]“</a:t>
            </a:r>
            <a:r>
              <a:rPr lang="en-US" sz="1600" err="1">
                <a:highlight>
                  <a:srgbClr val="FFFFFF"/>
                </a:highlight>
                <a:ea typeface="+mn-lt"/>
                <a:cs typeface="+mn-lt"/>
              </a:rPr>
              <a:t>FakeFormer</a:t>
            </a:r>
            <a:r>
              <a:rPr lang="en-US" sz="1600">
                <a:highlight>
                  <a:srgbClr val="FFFFFF"/>
                </a:highlight>
                <a:ea typeface="+mn-lt"/>
                <a:cs typeface="+mn-lt"/>
              </a:rPr>
              <a:t>: Efficient Vulnerability-Driven Transformers for </a:t>
            </a:r>
            <a:r>
              <a:rPr lang="en-US" sz="1600" err="1">
                <a:highlight>
                  <a:srgbClr val="FFFFFF"/>
                </a:highlight>
                <a:ea typeface="+mn-lt"/>
                <a:cs typeface="+mn-lt"/>
              </a:rPr>
              <a:t>Generalisable</a:t>
            </a:r>
            <a:r>
              <a:rPr lang="en-US" sz="1600">
                <a:highlight>
                  <a:srgbClr val="FFFFFF"/>
                </a:highlight>
                <a:ea typeface="+mn-lt"/>
                <a:cs typeface="+mn-lt"/>
              </a:rPr>
              <a:t> Deepfake Detection”</a:t>
            </a:r>
            <a:endParaRPr lang="en-US" sz="1600">
              <a:ea typeface="+mn-lt"/>
              <a:cs typeface="+mn-lt"/>
            </a:endParaRPr>
          </a:p>
          <a:p>
            <a:r>
              <a:rPr lang="en-US" sz="1600">
                <a:highlight>
                  <a:srgbClr val="FFFFFF"/>
                </a:highlight>
                <a:ea typeface="+mn-lt"/>
                <a:cs typeface="+mn-lt"/>
              </a:rPr>
              <a:t>Dat Nguyen, Marcella Astrid, Enjie Ghorbel, Djamila Aouada,</a:t>
            </a:r>
            <a:endParaRPr lang="en-US" sz="1600">
              <a:ea typeface="+mn-lt"/>
              <a:cs typeface="+mn-lt"/>
            </a:endParaRPr>
          </a:p>
          <a:p>
            <a:r>
              <a:rPr lang="en-US" sz="1600">
                <a:highlight>
                  <a:srgbClr val="FFFFFF"/>
                </a:highlight>
                <a:ea typeface="+mn-lt"/>
                <a:cs typeface="+mn-lt"/>
              </a:rPr>
              <a:t>Tue, 29 Oct 2024 11:36:49 UTC</a:t>
            </a:r>
            <a:endParaRPr lang="en-US" sz="1600"/>
          </a:p>
          <a:p>
            <a:r>
              <a:rPr lang="en-US" sz="1600">
                <a:highlight>
                  <a:srgbClr val="FFFFFF"/>
                </a:highlight>
                <a:ea typeface="+mn-lt"/>
                <a:cs typeface="+mn-lt"/>
              </a:rPr>
              <a:t>https://arxiv.org/abs/2410.21964</a:t>
            </a:r>
            <a:endParaRPr lang="en-US" sz="160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CAD165-E2DA-95E5-B4AE-4B4E6CF42643}"/>
              </a:ext>
            </a:extLst>
          </p:cNvPr>
          <p:cNvSpPr txBox="1"/>
          <p:nvPr/>
        </p:nvSpPr>
        <p:spPr>
          <a:xfrm>
            <a:off x="6046839" y="404351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8.介紹模組時可以在旁邊把一個架構圖來提醒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0FAB1-3847-CC39-16B0-CC108F1F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053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一張含有 圓形, 圖形, 設計 的圖片&#10;&#10;AI 產生的內容可能不正確。">
            <a:extLst>
              <a:ext uri="{FF2B5EF4-FFF2-40B4-BE49-F238E27FC236}">
                <a16:creationId xmlns:a16="http://schemas.microsoft.com/office/drawing/2014/main" id="{B3A97329-8FA4-77F8-B933-4D2533422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385" y="825500"/>
            <a:ext cx="3856990" cy="3835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666939D-F280-E392-68D0-2DAE2C1E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cap="none">
                <a:latin typeface="PMingLiU"/>
                <a:ea typeface="PMingLiU"/>
              </a:rPr>
              <a:t>6-1.DataSet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E9A0EF-CBE8-F9B7-7AAF-CF5EDC9D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B4835-C704-4EF8-A300-7B85CEE86FA6}" type="datetime1">
              <a:rPr lang="en-US" altLang="zh-TW"/>
              <a:t>6/17/2026</a:t>
            </a:fld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804FAAF-3EE4-3658-79E5-65B3D909F9F1}"/>
              </a:ext>
            </a:extLst>
          </p:cNvPr>
          <p:cNvSpPr txBox="1"/>
          <p:nvPr/>
        </p:nvSpPr>
        <p:spPr>
          <a:xfrm>
            <a:off x="696248" y="1420482"/>
            <a:ext cx="90471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3200">
                <a:latin typeface="PMingLiU"/>
                <a:ea typeface="PMingLiU"/>
                <a:cs typeface="+mn-lt"/>
              </a:rPr>
              <a:t>F</a:t>
            </a:r>
            <a:r>
              <a:rPr lang="en-US" altLang="zh-TW" sz="3200" err="1">
                <a:latin typeface="PMingLiU"/>
                <a:ea typeface="PMingLiU"/>
                <a:cs typeface="+mn-lt"/>
              </a:rPr>
              <a:t>aceForensics</a:t>
            </a:r>
            <a:r>
              <a:rPr lang="en-US" altLang="zh-TW" sz="3200">
                <a:latin typeface="PMingLiU"/>
                <a:ea typeface="PMingLiU"/>
                <a:cs typeface="+mn-lt"/>
              </a:rPr>
              <a:t>++(c23)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66C5EEB-4521-A64E-16BE-B177AAF93F6A}"/>
              </a:ext>
            </a:extLst>
          </p:cNvPr>
          <p:cNvSpPr txBox="1"/>
          <p:nvPr/>
        </p:nvSpPr>
        <p:spPr>
          <a:xfrm>
            <a:off x="701040" y="2892097"/>
            <a:ext cx="6969760" cy="2797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Original：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沒有被修改過的臉部</a:t>
            </a:r>
            <a:endParaRPr lang="en-US" sz="2400">
              <a:solidFill>
                <a:srgbClr val="000000"/>
              </a:solidFill>
              <a:latin typeface="PMingLiU"/>
              <a:ea typeface="PMingLiU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err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Deepfakes：</a:t>
            </a:r>
            <a:r>
              <a:rPr lang="en-US" sz="2400" err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把整張臉換成另一個人</a:t>
            </a:r>
            <a:endParaRPr lang="zh-TW" altLang="en-US" err="1">
              <a:latin typeface="PMingLiU"/>
              <a:ea typeface="PMingLiU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Face2Face</a:t>
            </a:r>
            <a:r>
              <a:rPr 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：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你的臉</a:t>
            </a:r>
            <a:r>
              <a:rPr 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但你的表情被別人控制</a:t>
            </a:r>
            <a:endParaRPr lang="en-US">
              <a:latin typeface="PMingLiU"/>
              <a:ea typeface="PMingLiU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err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FaceSwap</a:t>
            </a:r>
            <a:r>
              <a:rPr lang="en-US" sz="2400" b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：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直接把一張臉貼到另一個人頭上</a:t>
            </a:r>
            <a:endParaRPr lang="en-US" sz="2400">
              <a:latin typeface="PMingLiU"/>
              <a:ea typeface="PMingLiU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err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NeuralTextures</a:t>
            </a:r>
            <a:r>
              <a:rPr lang="en-US" sz="2400" b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：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用</a:t>
            </a:r>
            <a:r>
              <a:rPr 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 AI 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重新生成一張超逼真的臉</a:t>
            </a:r>
            <a:endParaRPr lang="en-US" err="1">
              <a:latin typeface="PMingLiU"/>
              <a:ea typeface="PMingLiU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7FE6324-33BE-3C92-D15C-779176E298E9}"/>
              </a:ext>
            </a:extLst>
          </p:cNvPr>
          <p:cNvSpPr txBox="1"/>
          <p:nvPr/>
        </p:nvSpPr>
        <p:spPr>
          <a:xfrm>
            <a:off x="696951" y="1997060"/>
            <a:ext cx="7461652" cy="11181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PMingLiU"/>
                <a:ea typeface="PMingLiU"/>
              </a:rPr>
              <a:t>FaceForensics</a:t>
            </a:r>
            <a:r>
              <a:rPr lang="en-US" sz="2400">
                <a:latin typeface="PMingLiU"/>
                <a:ea typeface="PMingLiU"/>
              </a:rPr>
              <a:t>++（FF++）</a:t>
            </a:r>
            <a:r>
              <a:rPr lang="en-US" sz="2400" err="1">
                <a:latin typeface="PMingLiU"/>
                <a:ea typeface="PMingLiU"/>
              </a:rPr>
              <a:t>是一個大規模影片資料集，專門用來研究人臉篡改（face</a:t>
            </a:r>
            <a:r>
              <a:rPr lang="en-US" sz="2400">
                <a:latin typeface="PMingLiU"/>
                <a:ea typeface="PMingLiU"/>
              </a:rPr>
              <a:t> </a:t>
            </a:r>
            <a:r>
              <a:rPr lang="en-US" sz="2400" err="1">
                <a:latin typeface="PMingLiU"/>
                <a:ea typeface="PMingLiU"/>
              </a:rPr>
              <a:t>manipulation）與偵測技術</a:t>
            </a:r>
            <a:r>
              <a:rPr lang="en-US" sz="2400">
                <a:latin typeface="PMingLiU"/>
                <a:ea typeface="PMingLiU"/>
              </a:rPr>
              <a:t>。</a:t>
            </a:r>
            <a:endParaRPr lang="en-US" altLang="zh-TW" sz="2400">
              <a:latin typeface="PMingLiU"/>
              <a:ea typeface="PMingLiU"/>
            </a:endParaRPr>
          </a:p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4870ED9-5C70-6C35-E3EE-0A34A613AD58}"/>
              </a:ext>
            </a:extLst>
          </p:cNvPr>
          <p:cNvSpPr txBox="1"/>
          <p:nvPr/>
        </p:nvSpPr>
        <p:spPr>
          <a:xfrm>
            <a:off x="7060172" y="5782436"/>
            <a:ext cx="554748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1400">
                <a:latin typeface="PMingLiU"/>
                <a:ea typeface="PMingLiU"/>
              </a:rPr>
              <a:t>*註:Fake類別包含四種不同技術，每類1000段</a:t>
            </a:r>
            <a:endParaRPr lang="zh-TW"/>
          </a:p>
        </p:txBody>
      </p:sp>
      <p:pic>
        <p:nvPicPr>
          <p:cNvPr id="5" name="圖片 4" descr="一張含有 文字, 字型, 圖形, 印刷術 的圖片&#10;&#10;AI 產生的內容可能不正確。">
            <a:extLst>
              <a:ext uri="{FF2B5EF4-FFF2-40B4-BE49-F238E27FC236}">
                <a16:creationId xmlns:a16="http://schemas.microsoft.com/office/drawing/2014/main" id="{ABD31192-0216-F3FE-4DE5-F96CC75A4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877" y="4792980"/>
            <a:ext cx="2844165" cy="899160"/>
          </a:xfrm>
          <a:prstGeom prst="rect">
            <a:avLst/>
          </a:prstGeom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B63D26-3B33-9F0A-3614-6A240E5D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113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66939D-F280-E392-68D0-2DAE2C1E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>
                <a:latin typeface="PMingLiU"/>
                <a:ea typeface="PMingLiU"/>
              </a:rPr>
              <a:t>6-1.DataSet</a:t>
            </a:r>
            <a:endParaRPr lang="zh-TW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E9A0EF-CBE8-F9B7-7AAF-CF5EDC9D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B4835-C704-4EF8-A300-7B85CEE86FA6}" type="datetime1">
              <a:rPr lang="en-US" altLang="zh-TW"/>
              <a:t>6/17/2026</a:t>
            </a:fld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804FAAF-3EE4-3658-79E5-65B3D909F9F1}"/>
              </a:ext>
            </a:extLst>
          </p:cNvPr>
          <p:cNvSpPr txBox="1"/>
          <p:nvPr/>
        </p:nvSpPr>
        <p:spPr>
          <a:xfrm>
            <a:off x="696248" y="1512448"/>
            <a:ext cx="90471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sto MT"/>
                <a:ea typeface="PMingLiU"/>
                <a:cs typeface="+mn-lt"/>
              </a:rPr>
              <a:t>Celeb-DF (v2)</a:t>
            </a:r>
            <a:endParaRPr lang="zh-TW" sz="3200">
              <a:latin typeface="Calisto M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7FE6324-33BE-3C92-D15C-779176E298E9}"/>
              </a:ext>
            </a:extLst>
          </p:cNvPr>
          <p:cNvSpPr txBox="1"/>
          <p:nvPr/>
        </p:nvSpPr>
        <p:spPr>
          <a:xfrm>
            <a:off x="802054" y="1997060"/>
            <a:ext cx="10115515" cy="35360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altLang="zh-TW" sz="2800" err="1">
                <a:latin typeface="PMingLiU"/>
                <a:ea typeface="PMingLiU"/>
              </a:rPr>
              <a:t>資料集內容：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Celeb-DF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 (v2) </a:t>
            </a:r>
            <a:r>
              <a:rPr lang="zh-TW" alt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資料集包含真實影片和深度偽造合成影片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，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目前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 Celeb-DF 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已包含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 590 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個從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 YouTube </a:t>
            </a:r>
            <a:r>
              <a:rPr lang="zh-TW" alt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收集的原始影片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，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涵蓋不同年齡、種族和性別的人物，以及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 5639 </a:t>
            </a:r>
            <a:r>
              <a:rPr lang="zh-TW" alt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個對應的深度偽造影片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。</a:t>
            </a:r>
            <a:endParaRPr lang="zh-TW" altLang="en-US"/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zh-TW" altLang="en-US" sz="2800">
                <a:highlight>
                  <a:srgbClr val="FFFFFF"/>
                </a:highlight>
                <a:latin typeface="PMingLiU"/>
                <a:ea typeface="PMingLiU"/>
              </a:rPr>
              <a:t>資料集價值：</a:t>
            </a:r>
            <a:r>
              <a:rPr lang="zh-TW" sz="2400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主要用於測試模型對「高解析度」與「複雜光影」下的真偽辨識能力</a:t>
            </a:r>
            <a:r>
              <a:rPr lang="zh-TW" altLang="en-US" sz="2400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，</a:t>
            </a:r>
            <a:r>
              <a:rPr lang="zh-TW" sz="2400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能有效區分模型是否過度擬合（Overfitting）於低品質的實驗室數據。</a:t>
            </a:r>
            <a:endParaRPr lang="en-US" sz="2400">
              <a:highlight>
                <a:srgbClr val="FFFFFF"/>
              </a:highlight>
              <a:latin typeface="PMingLiU"/>
              <a:ea typeface="PMingLiU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64102FD-BB7D-0EB3-5C88-12E7D28A57C8}"/>
              </a:ext>
            </a:extLst>
          </p:cNvPr>
          <p:cNvSpPr txBox="1"/>
          <p:nvPr/>
        </p:nvSpPr>
        <p:spPr>
          <a:xfrm>
            <a:off x="3441290" y="532171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12.資料集價值要重寫，還有在介紹資料集的數量時要清楚不能有誤差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96E2C6C-96FE-BEA1-B0F4-3F7489CF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42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703D3C-7D77-5CE0-6299-6ABC9ABA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E9EA09-FEC0-6048-749E-8A0F6480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>
                <a:latin typeface="PMingLiU"/>
                <a:ea typeface="PMingLiU"/>
              </a:rPr>
              <a:t>6-1.DataSet</a:t>
            </a:r>
            <a:endParaRPr lang="zh-TW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D68E9C-9266-8EC3-2C63-7BD5E7F9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B4835-C704-4EF8-A300-7B85CEE86FA6}" type="datetime1">
              <a:rPr lang="en-US" altLang="zh-TW"/>
              <a:t>6/17/2026</a:t>
            </a:fld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27010B6-FAB9-7A9E-DB80-F444DF01CAF3}"/>
              </a:ext>
            </a:extLst>
          </p:cNvPr>
          <p:cNvSpPr txBox="1"/>
          <p:nvPr/>
        </p:nvSpPr>
        <p:spPr>
          <a:xfrm>
            <a:off x="696248" y="1512448"/>
            <a:ext cx="90471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sto MT"/>
                <a:ea typeface="PMingLiU"/>
                <a:cs typeface="+mn-lt"/>
              </a:rPr>
              <a:t>DFDC</a:t>
            </a:r>
            <a:endParaRPr lang="zh-TW" sz="3200">
              <a:latin typeface="Calisto M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4265F91-EC35-BCC5-DB97-81DB1BA8760A}"/>
              </a:ext>
            </a:extLst>
          </p:cNvPr>
          <p:cNvSpPr txBox="1"/>
          <p:nvPr/>
        </p:nvSpPr>
        <p:spPr>
          <a:xfrm>
            <a:off x="802054" y="1997060"/>
            <a:ext cx="10115515" cy="2428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altLang="zh-TW" sz="2800" err="1">
                <a:latin typeface="PMingLiU"/>
                <a:ea typeface="PMingLiU"/>
              </a:rPr>
              <a:t>資料集內容：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由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 Facebook (Meta) 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發起，包含超過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 10 </a:t>
            </a:r>
            <a:r>
              <a:rPr lang="en-US" sz="2400" err="1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萬段影片。它是目前世界上「多樣性最高」的資料集</a:t>
            </a:r>
            <a:r>
              <a:rPr lang="en-US" sz="2400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。</a:t>
            </a:r>
            <a:endParaRPr lang="en-US" altLang="zh-TW" sz="2400">
              <a:highlight>
                <a:srgbClr val="FFFFFF"/>
              </a:highlight>
              <a:latin typeface="PMingLiU"/>
              <a:ea typeface="PMingLiU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zh-TW" altLang="en-US" sz="2800">
                <a:highlight>
                  <a:srgbClr val="FFFFFF"/>
                </a:highlight>
                <a:latin typeface="PMingLiU"/>
                <a:ea typeface="PMingLiU"/>
              </a:rPr>
              <a:t>資料集價值：</a:t>
            </a:r>
            <a:r>
              <a:rPr lang="zh-TW" sz="2400">
                <a:highlight>
                  <a:srgbClr val="FFFFFF"/>
                </a:highlight>
                <a:latin typeface="PMingLiU"/>
                <a:ea typeface="PMingLiU"/>
                <a:cs typeface="Lato"/>
              </a:rPr>
              <a:t>影片中加入了隨機的背景雜訊、旋轉、縮放與不同壓縮比，模擬真實網路社群環境。</a:t>
            </a:r>
            <a:endParaRPr lang="zh-TW" altLang="en-US" sz="2400">
              <a:highlight>
                <a:srgbClr val="FFFFFF"/>
              </a:highlight>
              <a:latin typeface="PMingLiU"/>
              <a:ea typeface="PMingLiU"/>
              <a:cs typeface="Lato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1D1C366-E6B4-5ECD-D3A2-A17BABF4D37D}"/>
              </a:ext>
            </a:extLst>
          </p:cNvPr>
          <p:cNvSpPr txBox="1"/>
          <p:nvPr/>
        </p:nvSpPr>
        <p:spPr>
          <a:xfrm>
            <a:off x="1769806" y="5284839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12.資料集價值要重寫，還有在介紹資料集的數量時要清楚不能有誤差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7072186B-810C-BB45-3E6C-B293B12A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858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A5F709-D6CB-0D80-34D8-ED12FB5C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DAB51D-F09A-E12B-A2A5-3209A509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>
                <a:latin typeface="PMingLiU"/>
                <a:ea typeface="PMingLiU"/>
              </a:rPr>
              <a:t>6-1.DataSet</a:t>
            </a:r>
            <a:endParaRPr lang="zh-TW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14FFE5-8413-4EA6-9CB2-0764101E5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B4835-C704-4EF8-A300-7B85CEE86FA6}" type="datetime1">
              <a:rPr lang="en-US" altLang="zh-TW"/>
              <a:t>6/17/2026</a:t>
            </a:fld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3FC9285-9D57-F881-565F-75B44840E40A}"/>
              </a:ext>
            </a:extLst>
          </p:cNvPr>
          <p:cNvSpPr txBox="1"/>
          <p:nvPr/>
        </p:nvSpPr>
        <p:spPr>
          <a:xfrm>
            <a:off x="696248" y="1512448"/>
            <a:ext cx="90471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sto MT"/>
                <a:ea typeface="PMingLiU"/>
                <a:cs typeface="+mn-lt"/>
              </a:rPr>
              <a:t>DFD</a:t>
            </a:r>
            <a:endParaRPr lang="zh-TW" sz="3200">
              <a:latin typeface="Calisto M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49C014B-1743-A643-CBAE-92F0FE71C323}"/>
              </a:ext>
            </a:extLst>
          </p:cNvPr>
          <p:cNvSpPr txBox="1"/>
          <p:nvPr/>
        </p:nvSpPr>
        <p:spPr>
          <a:xfrm>
            <a:off x="802054" y="1997060"/>
            <a:ext cx="10115515" cy="29820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altLang="zh-TW" sz="2800" err="1">
                <a:latin typeface="PMingLiU"/>
                <a:ea typeface="PMingLiU"/>
              </a:rPr>
              <a:t>資料集內容：</a:t>
            </a:r>
            <a:r>
              <a:rPr lang="en-US" sz="2400" err="1">
                <a:latin typeface="PMingLiU"/>
                <a:ea typeface="PMingLiU"/>
                <a:cs typeface="Lato"/>
              </a:rPr>
              <a:t>Google</a:t>
            </a:r>
            <a:r>
              <a:rPr lang="en-US" sz="2400">
                <a:latin typeface="PMingLiU"/>
                <a:ea typeface="PMingLiU"/>
                <a:cs typeface="Lato"/>
              </a:rPr>
              <a:t> x Jigsaw </a:t>
            </a:r>
            <a:r>
              <a:rPr lang="zh-TW" altLang="en-US" sz="2400">
                <a:latin typeface="PMingLiU"/>
                <a:ea typeface="PMingLiU"/>
                <a:cs typeface="Lato"/>
              </a:rPr>
              <a:t>合作開發</a:t>
            </a:r>
            <a:r>
              <a:rPr lang="en-US" sz="2400">
                <a:latin typeface="PMingLiU"/>
                <a:ea typeface="PMingLiU"/>
                <a:cs typeface="Lato"/>
              </a:rPr>
              <a:t> </a:t>
            </a:r>
            <a:r>
              <a:rPr lang="zh-TW" altLang="en-US" sz="2400">
                <a:latin typeface="PMingLiU"/>
                <a:ea typeface="PMingLiU"/>
                <a:cs typeface="Lato"/>
              </a:rPr>
              <a:t>由 </a:t>
            </a:r>
            <a:r>
              <a:rPr lang="en-US" sz="2400">
                <a:latin typeface="PMingLiU"/>
                <a:ea typeface="PMingLiU"/>
                <a:cs typeface="Lato"/>
              </a:rPr>
              <a:t>28 </a:t>
            </a:r>
            <a:r>
              <a:rPr lang="zh-TW" altLang="en-US" sz="2400">
                <a:latin typeface="PMingLiU"/>
                <a:ea typeface="PMingLiU"/>
                <a:cs typeface="Lato"/>
              </a:rPr>
              <a:t>位自願演員在多種環境下拍攝，</a:t>
            </a:r>
            <a:r>
              <a:rPr lang="zh-TW" sz="2400">
                <a:latin typeface="PMingLiU"/>
                <a:ea typeface="PMingLiU"/>
                <a:cs typeface="+mn-lt"/>
              </a:rPr>
              <a:t>錄製了數百段原始影片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，並利用多種主流深度偽造演算法，生成了 </a:t>
            </a:r>
            <a:r>
              <a:rPr lang="en-US" altLang="zh-TW" sz="2400">
                <a:latin typeface="PMingLiU"/>
                <a:ea typeface="PMingLiU"/>
                <a:cs typeface="+mn-lt"/>
              </a:rPr>
              <a:t>3,631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 段高品質的偽造影片。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zh-TW" altLang="en-US" sz="2800">
                <a:latin typeface="PMingLiU"/>
                <a:ea typeface="PMingLiU"/>
              </a:rPr>
              <a:t>資料集價值：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該資料集特別著重</a:t>
            </a:r>
            <a:r>
              <a:rPr lang="zh-TW" sz="2400">
                <a:latin typeface="PMingLiU"/>
                <a:ea typeface="PMingLiU"/>
                <a:cs typeface="+mn-lt"/>
              </a:rPr>
              <a:t>於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臉部核心特徵例如:眼神、嘴形邊緣的</a:t>
            </a:r>
            <a:r>
              <a:rPr lang="zh-TW" sz="2400">
                <a:latin typeface="PMingLiU"/>
                <a:ea typeface="PMingLiU"/>
                <a:cs typeface="+mn-lt"/>
              </a:rPr>
              <a:t>局部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高精度篡改</a:t>
            </a:r>
            <a:r>
              <a:rPr lang="zh-TW" sz="2400">
                <a:latin typeface="PMingLiU"/>
                <a:ea typeface="PMingLiU"/>
                <a:cs typeface="+mn-lt"/>
              </a:rPr>
              <a:t>。</a:t>
            </a:r>
            <a:endParaRPr lang="zh-TW" altLang="en-US" sz="2400">
              <a:latin typeface="PMingLiU"/>
              <a:ea typeface="PMingLiU"/>
              <a:cs typeface="+mn-lt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6B432F-A593-2F42-FAE3-0C84B60A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028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89D54D-09A3-1956-7C06-50C31F9A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02BE1E-1EA5-36BD-B3E5-856A3A6A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>
                <a:latin typeface="PMingLiU"/>
                <a:ea typeface="PMingLiU"/>
              </a:rPr>
              <a:t>6-1.DataSet</a:t>
            </a:r>
            <a:endParaRPr lang="zh-TW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997196-E051-68AC-C7F2-7E4AE181F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B4835-C704-4EF8-A300-7B85CEE86FA6}" type="datetime1">
              <a:rPr lang="en-US" altLang="zh-TW"/>
              <a:t>6/17/2026</a:t>
            </a:fld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2DA5F51-C997-C744-DB67-1E7936CB2B16}"/>
              </a:ext>
            </a:extLst>
          </p:cNvPr>
          <p:cNvSpPr txBox="1"/>
          <p:nvPr/>
        </p:nvSpPr>
        <p:spPr>
          <a:xfrm>
            <a:off x="696248" y="1512448"/>
            <a:ext cx="90471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sto MT"/>
                <a:ea typeface="PMingLiU"/>
                <a:cs typeface="+mn-lt"/>
              </a:rPr>
              <a:t>DFDCP</a:t>
            </a:r>
            <a:endParaRPr lang="zh-TW" sz="3200">
              <a:latin typeface="Calisto M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41E6DE6-0ECF-6C07-66A0-C20CF95D9926}"/>
              </a:ext>
            </a:extLst>
          </p:cNvPr>
          <p:cNvSpPr txBox="1"/>
          <p:nvPr/>
        </p:nvSpPr>
        <p:spPr>
          <a:xfrm>
            <a:off x="802054" y="1997060"/>
            <a:ext cx="10115515" cy="35360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altLang="zh-TW" sz="2800" err="1">
                <a:latin typeface="PMingLiU"/>
                <a:ea typeface="PMingLiU"/>
              </a:rPr>
              <a:t>資料集內容：</a:t>
            </a:r>
            <a:r>
              <a:rPr lang="en-US" sz="2400" err="1">
                <a:latin typeface="PMingLiU"/>
                <a:ea typeface="PMingLiU"/>
                <a:cs typeface="+mn-lt"/>
              </a:rPr>
              <a:t>DFDCP</a:t>
            </a:r>
            <a:r>
              <a:rPr lang="en-US" sz="2400">
                <a:latin typeface="PMingLiU"/>
                <a:ea typeface="PMingLiU"/>
                <a:cs typeface="+mn-lt"/>
              </a:rPr>
              <a:t> </a:t>
            </a:r>
            <a:r>
              <a:rPr lang="en-US" sz="2400" err="1">
                <a:latin typeface="PMingLiU"/>
                <a:ea typeface="PMingLiU"/>
                <a:cs typeface="+mn-lt"/>
              </a:rPr>
              <a:t>是由</a:t>
            </a:r>
            <a:r>
              <a:rPr lang="en-US" sz="2400">
                <a:latin typeface="PMingLiU"/>
                <a:ea typeface="PMingLiU"/>
                <a:cs typeface="+mn-lt"/>
              </a:rPr>
              <a:t> </a:t>
            </a:r>
            <a:r>
              <a:rPr lang="en-US" sz="2400" err="1">
                <a:latin typeface="PMingLiU"/>
                <a:ea typeface="PMingLiU"/>
                <a:cs typeface="+mn-lt"/>
              </a:rPr>
              <a:t>Facebook（現為</a:t>
            </a:r>
            <a:r>
              <a:rPr lang="en-US" sz="2400">
                <a:latin typeface="PMingLiU"/>
                <a:ea typeface="PMingLiU"/>
                <a:cs typeface="+mn-lt"/>
              </a:rPr>
              <a:t> </a:t>
            </a:r>
            <a:r>
              <a:rPr lang="en-US" sz="2400" err="1">
                <a:latin typeface="PMingLiU"/>
                <a:ea typeface="PMingLiU"/>
                <a:cs typeface="+mn-lt"/>
              </a:rPr>
              <a:t>Meta）在發佈超過十萬部影片的超大型</a:t>
            </a:r>
            <a:r>
              <a:rPr lang="en-US" sz="2400">
                <a:latin typeface="PMingLiU"/>
                <a:ea typeface="PMingLiU"/>
                <a:cs typeface="+mn-lt"/>
              </a:rPr>
              <a:t> DFDC 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資料集之前所發佈的前導預覽版本，總共包含約</a:t>
            </a:r>
            <a:r>
              <a:rPr lang="en-US" sz="2400">
                <a:latin typeface="PMingLiU"/>
                <a:ea typeface="PMingLiU"/>
                <a:cs typeface="+mn-lt"/>
              </a:rPr>
              <a:t> 5,214 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段影片</a:t>
            </a:r>
            <a:r>
              <a:rPr lang="en-US" sz="2400">
                <a:latin typeface="PMingLiU"/>
                <a:ea typeface="PMingLiU"/>
                <a:cs typeface="+mn-lt"/>
              </a:rPr>
              <a:t>（1,131 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段真實影片和</a:t>
            </a:r>
            <a:r>
              <a:rPr lang="en-US" sz="2400">
                <a:latin typeface="PMingLiU"/>
                <a:ea typeface="PMingLiU"/>
                <a:cs typeface="+mn-lt"/>
              </a:rPr>
              <a:t> 4,113 </a:t>
            </a:r>
            <a:r>
              <a:rPr lang="zh-TW" altLang="en-US" sz="2400">
                <a:latin typeface="PMingLiU"/>
                <a:ea typeface="PMingLiU"/>
                <a:cs typeface="+mn-lt"/>
              </a:rPr>
              <a:t>段偽造影片）。</a:t>
            </a:r>
            <a:endParaRPr lang="en-US" altLang="zh-TW" sz="2400">
              <a:highlight>
                <a:srgbClr val="FFFFFF"/>
              </a:highlight>
              <a:latin typeface="PMingLiU"/>
              <a:ea typeface="PMingLiU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zh-TW" altLang="en-US" sz="2800">
                <a:highlight>
                  <a:srgbClr val="FFFFFF"/>
                </a:highlight>
                <a:latin typeface="PMingLiU"/>
                <a:ea typeface="PMingLiU"/>
              </a:rPr>
              <a:t>資料集價值：</a:t>
            </a:r>
            <a:r>
              <a:rPr lang="zh-TW" sz="2400">
                <a:highlight>
                  <a:srgbClr val="FFFFFF"/>
                </a:highlight>
                <a:latin typeface="PMingLiU"/>
                <a:ea typeface="PMingLiU"/>
                <a:cs typeface="+mn-lt"/>
              </a:rPr>
              <a:t>影片刻意包含了多種極端環境，例如：昏暗燈光、強烈背光、演員戴眼鏡/帽子、極端的頭部轉動等，模擬真實世界中極具挑戰性的監控或視訊環境。</a:t>
            </a:r>
            <a:endParaRPr lang="zh-TW" altLang="en-US" sz="2400">
              <a:highlight>
                <a:srgbClr val="FFFFFF"/>
              </a:highlight>
              <a:latin typeface="PMingLiU"/>
              <a:ea typeface="PMingLiU"/>
              <a:cs typeface="Lato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E730982-557A-1BAE-66E7-C5F192AA0E3E}"/>
              </a:ext>
            </a:extLst>
          </p:cNvPr>
          <p:cNvSpPr txBox="1"/>
          <p:nvPr/>
        </p:nvSpPr>
        <p:spPr>
          <a:xfrm>
            <a:off x="4707194" y="5284839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12.資料集價值要重寫，還有在介紹資料集的數量時要清楚不能有誤差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A5C476A-F75E-96E1-7AA2-58F146DE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5737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C7155-0103-FC90-91B5-847EF2B3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cap="none">
                <a:latin typeface="PMingLiU"/>
                <a:ea typeface="PMingLiU"/>
              </a:rPr>
              <a:t>6-2.單張圖片</a:t>
            </a:r>
            <a:r>
              <a:rPr lang="zh-TW" b="1" cap="none">
                <a:latin typeface="PMingLiU"/>
                <a:ea typeface="PMingLiU"/>
              </a:rPr>
              <a:t>測試</a:t>
            </a:r>
            <a:r>
              <a:rPr lang="zh-TW" altLang="en-US" b="1" cap="none">
                <a:latin typeface="PMingLiU"/>
                <a:ea typeface="PMingLiU"/>
              </a:rPr>
              <a:t>結果</a:t>
            </a:r>
            <a:endParaRPr lang="zh-TW" b="1" cap="none"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8FD860-D242-722C-C936-0D6BE7A3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76BE-1A8A-4169-9F11-E6F49F90BF42}" type="datetime1">
              <a:rPr lang="en-US" altLang="zh-TW"/>
              <a:t>6/17/2026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0DEFB14-712A-4DB5-813F-F18546E40C19}"/>
              </a:ext>
            </a:extLst>
          </p:cNvPr>
          <p:cNvSpPr txBox="1"/>
          <p:nvPr/>
        </p:nvSpPr>
        <p:spPr>
          <a:xfrm>
            <a:off x="696952" y="1607634"/>
            <a:ext cx="10528609" cy="19466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050"/>
              </a:lnSpc>
            </a:pPr>
            <a:r>
              <a:rPr lang="en-US" altLang="zh-TW" sz="2400" err="1">
                <a:solidFill>
                  <a:srgbClr val="000000"/>
                </a:solidFill>
                <a:latin typeface="PMingLiU"/>
                <a:ea typeface="PMingLiU"/>
                <a:cs typeface="Arial"/>
              </a:rPr>
              <a:t>根據模型算出的</a:t>
            </a:r>
            <a:r>
              <a:rPr lang="en-US" sz="2400" err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Classification</a:t>
            </a:r>
            <a:r>
              <a:rPr 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score（分類分數</a:t>
            </a:r>
            <a:r>
              <a:rPr 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），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並根據</a:t>
            </a:r>
            <a:r>
              <a:rPr lang="zh-TW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threshold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來</a:t>
            </a:r>
            <a:r>
              <a:rPr lang="zh-TW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進行二分類判斷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，來分割真假判斷，若</a:t>
            </a:r>
            <a:r>
              <a:rPr lang="en-US" altLang="zh-TW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Classification score</a:t>
            </a:r>
            <a:r>
              <a:rPr lang="zh-TW" altLang="en-US" sz="2400">
                <a:solidFill>
                  <a:srgbClr val="000000"/>
                </a:solidFill>
                <a:latin typeface="PMingLiU"/>
                <a:ea typeface="PMingLiU"/>
                <a:cs typeface="+mn-lt"/>
              </a:rPr>
              <a:t>高於threshold就是假，低於threshold就判斷為真。</a:t>
            </a:r>
            <a:endParaRPr lang="en-US" altLang="zh-TW" sz="2400" i="0" u="none" strike="noStrike" baseline="0">
              <a:solidFill>
                <a:srgbClr val="000000"/>
              </a:solidFill>
              <a:latin typeface="PMingLiU"/>
              <a:ea typeface="PMingLiU"/>
              <a:cs typeface="Arial"/>
            </a:endParaRPr>
          </a:p>
          <a:p>
            <a:pPr algn="ctr"/>
            <a:endParaRPr lang="zh-TW" altLang="en-US"/>
          </a:p>
        </p:txBody>
      </p:sp>
      <p:pic>
        <p:nvPicPr>
          <p:cNvPr id="5" name="圖片 4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DFFFCA65-9712-081E-082A-3681E4461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0" b="9097"/>
          <a:stretch>
            <a:fillRect/>
          </a:stretch>
        </p:blipFill>
        <p:spPr>
          <a:xfrm>
            <a:off x="1862370" y="4222943"/>
            <a:ext cx="8457976" cy="73597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7C287EB-2431-C17F-D31B-8C0EC85547EB}"/>
              </a:ext>
            </a:extLst>
          </p:cNvPr>
          <p:cNvSpPr txBox="1"/>
          <p:nvPr/>
        </p:nvSpPr>
        <p:spPr>
          <a:xfrm>
            <a:off x="2100146" y="5296829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>
                <a:solidFill>
                  <a:srgbClr val="000000"/>
                </a:solidFill>
                <a:latin typeface="PMingLiU"/>
              </a:rPr>
              <a:t>Classification score</a:t>
            </a:r>
            <a:endParaRPr lang="zh-TW" altLang="en-US"/>
          </a:p>
          <a:p>
            <a:pPr algn="ctr"/>
            <a:endParaRPr lang="zh-TW" altLang="en-US"/>
          </a:p>
        </p:txBody>
      </p:sp>
      <p:sp>
        <p:nvSpPr>
          <p:cNvPr id="10" name="箭號: 上彎 9">
            <a:extLst>
              <a:ext uri="{FF2B5EF4-FFF2-40B4-BE49-F238E27FC236}">
                <a16:creationId xmlns:a16="http://schemas.microsoft.com/office/drawing/2014/main" id="{C2FC732E-4025-C70B-4787-78CE838B9F48}"/>
              </a:ext>
            </a:extLst>
          </p:cNvPr>
          <p:cNvSpPr/>
          <p:nvPr/>
        </p:nvSpPr>
        <p:spPr>
          <a:xfrm>
            <a:off x="4586125" y="5042829"/>
            <a:ext cx="880699" cy="62992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66F8106-8558-0967-0147-2D6E145B29F7}"/>
              </a:ext>
            </a:extLst>
          </p:cNvPr>
          <p:cNvSpPr txBox="1"/>
          <p:nvPr/>
        </p:nvSpPr>
        <p:spPr>
          <a:xfrm>
            <a:off x="6477000" y="310945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13.閥值和threshold 要選一個統一說法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37710DF-E4ED-02A2-4DE9-D8C78F9DDB5A}"/>
              </a:ext>
            </a:extLst>
          </p:cNvPr>
          <p:cNvSpPr txBox="1"/>
          <p:nvPr/>
        </p:nvSpPr>
        <p:spPr>
          <a:xfrm>
            <a:off x="5801032" y="5198806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14.6-2的結果要有單位，不要直接貼圖片，整理成表格會更好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A5922374-17BC-0D87-224C-39EB8A54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47732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D743C-92CD-C136-82AE-3938269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PMingLiU"/>
                <a:ea typeface="PMingLiU"/>
              </a:rPr>
              <a:t>6-3.模型資料集</a:t>
            </a:r>
            <a:r>
              <a:rPr lang="zh-TW" b="1">
                <a:latin typeface="PMingLiU"/>
                <a:ea typeface="PMingLiU"/>
                <a:cs typeface="+mj-lt"/>
              </a:rPr>
              <a:t>評估指標</a:t>
            </a:r>
            <a:endParaRPr lang="zh-TW" altLang="en-US" b="1">
              <a:latin typeface="PMingLiU"/>
              <a:ea typeface="PMingLiU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4DE19E-AA2A-B84A-FFBE-FD6B4867A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53E211-EF25-A480-2ED3-918EF11E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3243-106A-438D-991C-1726A8B9A43E}" type="datetime1">
              <a:t>2026/6/17</a:t>
            </a:fld>
            <a:endParaRPr lang="en-US"/>
          </a:p>
        </p:txBody>
      </p:sp>
      <p:graphicFrame>
        <p:nvGraphicFramePr>
          <p:cNvPr id="7" name="內容版面配置區 5">
            <a:extLst>
              <a:ext uri="{FF2B5EF4-FFF2-40B4-BE49-F238E27FC236}">
                <a16:creationId xmlns:a16="http://schemas.microsoft.com/office/drawing/2014/main" id="{1C5C7426-0B0C-3664-80DE-47A7281BAD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3471007"/>
              </p:ext>
            </p:extLst>
          </p:nvPr>
        </p:nvGraphicFramePr>
        <p:xfrm>
          <a:off x="700088" y="2292350"/>
          <a:ext cx="10691811" cy="3205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3937">
                  <a:extLst>
                    <a:ext uri="{9D8B030D-6E8A-4147-A177-3AD203B41FA5}">
                      <a16:colId xmlns:a16="http://schemas.microsoft.com/office/drawing/2014/main" val="2421156008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3513506904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1151566976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評估指標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實測數值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指標說明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9439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A</a:t>
                      </a:r>
                      <a:r>
                        <a:rPr lang="en-US" altLang="zh-TW" sz="1800" b="0" i="0" u="none" strike="noStrike" noProof="0">
                          <a:latin typeface="Calisto MT"/>
                        </a:rPr>
                        <a:t>CC</a:t>
                      </a:r>
                      <a:r>
                        <a:rPr lang="zh-TW" sz="1800" b="0" i="0" u="none" strike="noStrike" noProof="0">
                          <a:latin typeface="Calisto MT"/>
                        </a:rPr>
                        <a:t>​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0" i="0" u="none" strike="noStrike" noProof="0"/>
                        <a:t>82.69</a:t>
                      </a:r>
                      <a:r>
                        <a:rPr lang="en-US" altLang="zh-TW" sz="1800" b="0" i="0" u="none" strike="noStrike" noProof="0">
                          <a:latin typeface="Calisto MT"/>
                        </a:rPr>
                        <a:t>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模型預測</a:t>
                      </a:r>
                      <a:r>
                        <a:rPr lang="zh-TW" altLang="en-US" sz="1800" b="0" i="0" u="none" strike="noStrike" noProof="0">
                          <a:latin typeface="Calisto MT"/>
                        </a:rPr>
                        <a:t>正確的樣</a:t>
                      </a:r>
                      <a:r>
                        <a:rPr lang="zh-TW" sz="1800" b="0" i="0" u="none" strike="noStrike" noProof="0">
                          <a:latin typeface="Calisto MT"/>
                        </a:rPr>
                        <a:t>本數佔</a:t>
                      </a:r>
                      <a:r>
                        <a:rPr lang="zh-TW" altLang="en-US" sz="1800" b="0" i="0" u="none" strike="noStrike" noProof="0">
                          <a:latin typeface="Calisto MT"/>
                        </a:rPr>
                        <a:t>總樣本數</a:t>
                      </a:r>
                      <a:r>
                        <a:rPr lang="zh-TW" sz="1800" b="0" i="0" u="none" strike="noStrike" noProof="0">
                          <a:latin typeface="Calisto MT"/>
                        </a:rPr>
                        <a:t>的</a:t>
                      </a:r>
                      <a:r>
                        <a:rPr lang="zh-TW" altLang="en-US" sz="1800" b="0" i="0" u="none" strike="noStrike" noProof="0">
                          <a:latin typeface="Calisto MT"/>
                        </a:rPr>
                        <a:t>比例。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2445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A</a:t>
                      </a:r>
                      <a:r>
                        <a:rPr lang="en-US" altLang="zh-TW" sz="1800" b="0" i="0" u="none" strike="noStrike" noProof="0">
                          <a:latin typeface="Calisto MT"/>
                        </a:rPr>
                        <a:t>UC</a:t>
                      </a:r>
                      <a:r>
                        <a:rPr lang="zh-TW" sz="1800" b="0" i="0" u="none" strike="noStrike" noProof="0">
                          <a:latin typeface="Calisto MT"/>
                        </a:rPr>
                        <a:t>​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0" i="0" u="none" strike="noStrike" noProof="0"/>
                        <a:t>89.91</a:t>
                      </a:r>
                      <a:r>
                        <a:rPr lang="zh-TW" sz="1800" b="0" i="0" u="none" strike="noStrike" noProof="0">
                          <a:latin typeface="Calisto MT"/>
                        </a:rPr>
                        <a:t>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模型</a:t>
                      </a:r>
                      <a:r>
                        <a:rPr lang="zh-TW" altLang="en-US" sz="1800" b="0" i="0" u="none" strike="noStrike" noProof="0"/>
                        <a:t>將一個隨機選取的正樣本排在一個隨機選取的負樣本前面的機</a:t>
                      </a:r>
                      <a:r>
                        <a:rPr lang="zh-TW" sz="1800" b="0" i="0" u="none" strike="noStrike" noProof="0"/>
                        <a:t>率。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65654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AP​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0" i="0" u="none" strike="noStrike" noProof="0"/>
                        <a:t>90.11</a:t>
                      </a:r>
                      <a:r>
                        <a:rPr lang="zh-TW" sz="1800" b="0" i="0" u="none" strike="noStrike" noProof="0">
                          <a:latin typeface="Calisto MT"/>
                        </a:rPr>
                        <a:t>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0" i="0" u="none" strike="noStrike" noProof="0"/>
                        <a:t>模型判成 </a:t>
                      </a:r>
                      <a:r>
                        <a:rPr lang="en-US" altLang="zh-TW" sz="1800" b="0" i="0" u="none" strike="noStrike" noProof="0"/>
                        <a:t>fake</a:t>
                      </a:r>
                      <a:r>
                        <a:rPr lang="zh-TW" altLang="en-US" sz="1800" b="0" i="0" u="none" strike="noStrike" noProof="0"/>
                        <a:t> 的東西裡，</a:t>
                      </a:r>
                      <a:endParaRPr lang="zh-TW" altLang="en-US"/>
                    </a:p>
                    <a:p>
                      <a:pPr lvl="0" algn="ctr">
                        <a:buNone/>
                      </a:pPr>
                      <a:r>
                        <a:rPr lang="zh-TW" altLang="en-US" sz="1800" b="0" i="0" u="none" strike="noStrike" noProof="0"/>
                        <a:t> 真的是 </a:t>
                      </a:r>
                      <a:r>
                        <a:rPr lang="en-US" altLang="zh-TW" sz="1800" b="0" i="0" u="none" strike="noStrike" noProof="0"/>
                        <a:t>fake</a:t>
                      </a:r>
                      <a:r>
                        <a:rPr lang="zh-TW" altLang="en-US" sz="1800" b="0" i="0" u="none" strike="noStrike" noProof="0"/>
                        <a:t> </a:t>
                      </a:r>
                      <a:r>
                        <a:rPr lang="zh-TW" sz="1800" b="0" i="0" u="none" strike="noStrike" noProof="0"/>
                        <a:t>的</a:t>
                      </a:r>
                      <a:r>
                        <a:rPr lang="zh-TW" altLang="en-US" sz="1800" b="0" i="0" u="none" strike="noStrike" noProof="0"/>
                        <a:t>比例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63246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Calisto MT"/>
                        </a:rPr>
                        <a:t>A</a:t>
                      </a:r>
                      <a:r>
                        <a:rPr lang="en-US" altLang="zh-TW" sz="1800" b="0" i="0" u="none" strike="noStrike" noProof="0">
                          <a:latin typeface="Calisto MT"/>
                        </a:rPr>
                        <a:t>R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82.69</a:t>
                      </a:r>
                      <a:r>
                        <a:rPr lang="en-US" altLang="zh-TW" sz="1800" b="0" i="0" u="none" strike="noStrike" noProof="0">
                          <a:latin typeface="Calisto MT"/>
                        </a:rPr>
                        <a:t>%</a:t>
                      </a:r>
                      <a:endParaRPr lang="zh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0" i="0" u="none" strike="noStrike" noProof="0"/>
                        <a:t>所有 </a:t>
                      </a:r>
                      <a:r>
                        <a:rPr lang="en-US" altLang="zh-TW" sz="1800" b="0" i="0" u="none" strike="noStrike" noProof="0"/>
                        <a:t>fake</a:t>
                      </a:r>
                      <a:r>
                        <a:rPr lang="zh-TW" altLang="en-US" sz="1800" b="0" i="0" u="none" strike="noStrike" noProof="0"/>
                        <a:t> 中</a:t>
                      </a:r>
                      <a:r>
                        <a:rPr lang="zh-TW" sz="1800" b="0" i="0" u="none" strike="noStrike" noProof="0"/>
                        <a:t>，</a:t>
                      </a:r>
                      <a:endParaRPr lang="zh-TW" altLang="en-US"/>
                    </a:p>
                    <a:p>
                      <a:pPr lvl="0" algn="ctr">
                        <a:buNone/>
                      </a:pPr>
                      <a:r>
                        <a:rPr lang="zh-TW" altLang="en-US" sz="1800" b="0" i="0" u="none" strike="noStrike" noProof="0"/>
                        <a:t>有多少真</a:t>
                      </a:r>
                      <a:r>
                        <a:rPr lang="zh-TW" sz="1800" b="0" i="0" u="none" strike="noStrike" noProof="0"/>
                        <a:t>的</a:t>
                      </a:r>
                      <a:r>
                        <a:rPr lang="zh-TW" altLang="en-US" sz="1800" b="0" i="0" u="none" strike="noStrike" noProof="0"/>
                        <a:t>被抓出來</a:t>
                      </a:r>
                      <a:endParaRPr lang="zh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256317"/>
                  </a:ext>
                </a:extLst>
              </a:tr>
            </a:tbl>
          </a:graphicData>
        </a:graphic>
      </p:graphicFrame>
      <p:sp>
        <p:nvSpPr>
          <p:cNvPr id="6" name="文字方塊 10">
            <a:extLst>
              <a:ext uri="{FF2B5EF4-FFF2-40B4-BE49-F238E27FC236}">
                <a16:creationId xmlns:a16="http://schemas.microsoft.com/office/drawing/2014/main" id="{3B0F2121-4007-DBF6-CB2B-BEBEF988DC4B}"/>
              </a:ext>
            </a:extLst>
          </p:cNvPr>
          <p:cNvSpPr txBox="1"/>
          <p:nvPr/>
        </p:nvSpPr>
        <p:spPr>
          <a:xfrm>
            <a:off x="5678129" y="1720645"/>
            <a:ext cx="60960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15.6-3但評估指標要寫清楚，用個混淆矩陣來說明之類的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C1ED9BE-79AB-0813-2FC6-A5D92805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319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A05270-3AF0-A1B2-DBAE-6A99F1CA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0" y="1066800"/>
            <a:ext cx="4060299" cy="641788"/>
          </a:xfrm>
        </p:spPr>
        <p:txBody>
          <a:bodyPr>
            <a:normAutofit fontScale="90000"/>
          </a:bodyPr>
          <a:lstStyle/>
          <a:p>
            <a:r>
              <a:rPr lang="zh-TW" altLang="en-US" sz="4400">
                <a:solidFill>
                  <a:srgbClr val="000000"/>
                </a:solidFill>
                <a:latin typeface="PMingLiU"/>
                <a:ea typeface="PMingLiU"/>
              </a:rPr>
              <a:t>模型資</a:t>
            </a:r>
            <a:r>
              <a:rPr lang="zh-TW" sz="4400">
                <a:solidFill>
                  <a:srgbClr val="000000"/>
                </a:solidFill>
                <a:latin typeface="PMingLiU"/>
                <a:ea typeface="PMingLiU"/>
              </a:rPr>
              <a:t>料</a:t>
            </a:r>
            <a:r>
              <a:rPr lang="zh-TW" altLang="en-US" sz="4400">
                <a:solidFill>
                  <a:srgbClr val="000000"/>
                </a:solidFill>
                <a:latin typeface="PMingLiU"/>
                <a:ea typeface="PMingLiU"/>
              </a:rPr>
              <a:t>集測試</a:t>
            </a:r>
            <a:endParaRPr lang="zh-TW">
              <a:latin typeface="Univers Condensed"/>
              <a:ea typeface="PMingLiU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1C89463-2592-0050-6DC0-1D8BB8374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682096"/>
            <a:ext cx="4103431" cy="33162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z="2000" b="1"/>
              <a:t>根據要測試的資料集調整參數：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861984-F8DB-4E15-3EC2-47D389801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8989B-C330-405B-BA67-5DCB0AFDB966}" type="datetime1">
              <a:rPr lang="en-US" altLang="zh-TW"/>
              <a:t>6/17/2026</a:t>
            </a:fld>
            <a:endParaRPr lang="en-US"/>
          </a:p>
        </p:txBody>
      </p:sp>
      <p:pic>
        <p:nvPicPr>
          <p:cNvPr id="11" name="圖片 10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23A965CC-C666-B9F6-C0A6-2AFB2CCE5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58" y="3187910"/>
            <a:ext cx="5610943" cy="2610029"/>
          </a:xfrm>
          <a:prstGeom prst="rect">
            <a:avLst/>
          </a:prstGeom>
        </p:spPr>
      </p:pic>
      <p:pic>
        <p:nvPicPr>
          <p:cNvPr id="12" name="圖片 11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A487E7CC-0C3A-DC71-4E7D-486B8D780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677" y="866955"/>
            <a:ext cx="7387626" cy="5109714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B53270-E2DD-9FD0-86D7-8F75ADC8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0182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AA59E9-57AA-3A7B-1E40-5A076001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cap="none">
                <a:latin typeface="PMingLiU"/>
                <a:ea typeface="PMingLiU"/>
              </a:rPr>
              <a:t>模型</a:t>
            </a:r>
            <a:r>
              <a:rPr lang="zh-TW" altLang="en-US" cap="none">
                <a:latin typeface="PMingLiU"/>
                <a:ea typeface="PMingLiU"/>
              </a:rPr>
              <a:t>誤判</a:t>
            </a:r>
            <a:endParaRPr lang="zh-TW" cap="none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59CCF2-71FE-CB40-DA93-754DD27E2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73" y="2672881"/>
            <a:ext cx="6691294" cy="3664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zh-TW" altLang="en-US" b="1"/>
              <a:t>一些較模糊或是照片有雜訊的圖片可能會誤判: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FB5902-D238-7B73-2AF0-2D5B81C0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52CC7-2098-4370-863A-B13623CB8474}" type="datetime1">
              <a:rPr lang="en-US" altLang="zh-TW"/>
              <a:t>6/17/2026</a:t>
            </a:fld>
            <a:endParaRPr lang="en-US"/>
          </a:p>
        </p:txBody>
      </p:sp>
      <p:pic>
        <p:nvPicPr>
          <p:cNvPr id="7" name="圖片 6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651F6B86-FF02-EE19-D729-495F04A9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541" y="3651131"/>
            <a:ext cx="5561522" cy="519023"/>
          </a:xfrm>
          <a:prstGeom prst="rect">
            <a:avLst/>
          </a:prstGeom>
        </p:spPr>
      </p:pic>
      <p:pic>
        <p:nvPicPr>
          <p:cNvPr id="8" name="圖片 7" descr="一張含有 人的臉孔, 人員, 微笑, 女士 的圖片&#10;&#10;AI 產生的內容可能不正確。">
            <a:extLst>
              <a:ext uri="{FF2B5EF4-FFF2-40B4-BE49-F238E27FC236}">
                <a16:creationId xmlns:a16="http://schemas.microsoft.com/office/drawing/2014/main" id="{B68E9276-6DF5-2184-295B-49A419D4E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121" y="3043687"/>
            <a:ext cx="1748287" cy="1762665"/>
          </a:xfrm>
          <a:prstGeom prst="rect">
            <a:avLst/>
          </a:prstGeom>
        </p:spPr>
      </p:pic>
      <p:pic>
        <p:nvPicPr>
          <p:cNvPr id="9" name="圖片 8" descr="一張含有 文字, 人的臉孔, 人員, 服裝 的圖片&#10;&#10;AI 產生的內容可能不正確。">
            <a:extLst>
              <a:ext uri="{FF2B5EF4-FFF2-40B4-BE49-F238E27FC236}">
                <a16:creationId xmlns:a16="http://schemas.microsoft.com/office/drawing/2014/main" id="{DA241365-1ABF-D15C-18AB-7C9E8C861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677" y="3047281"/>
            <a:ext cx="1748287" cy="1748287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4F67BDC0-CCDF-E5F6-D714-F50E452BBC05}"/>
              </a:ext>
            </a:extLst>
          </p:cNvPr>
          <p:cNvSpPr/>
          <p:nvPr/>
        </p:nvSpPr>
        <p:spPr>
          <a:xfrm>
            <a:off x="4902104" y="3647248"/>
            <a:ext cx="934720" cy="4775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35A5208-CB9A-080B-A609-6E32EE7B7BB3}"/>
              </a:ext>
            </a:extLst>
          </p:cNvPr>
          <p:cNvSpPr txBox="1"/>
          <p:nvPr/>
        </p:nvSpPr>
        <p:spPr>
          <a:xfrm>
            <a:off x="1616590" y="4806830"/>
            <a:ext cx="34620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1600" b="1"/>
              <a:t>(這兩張照片本來應該是Fake)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152ED3B5-AD49-489B-FA9C-0BB78AA9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040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830C0-9CAC-D089-C263-47BA085B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PMingLiU"/>
                <a:ea typeface="PMingLiU"/>
              </a:rPr>
              <a:t>7.結論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34B470-4114-1F0F-EA06-112872E84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880" y="1927375"/>
            <a:ext cx="10691265" cy="40055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zh-TW" altLang="en-US" sz="2400">
                <a:latin typeface="PMingLiU"/>
                <a:ea typeface="PMingLiU"/>
              </a:rPr>
              <a:t>  隨著生成式 </a:t>
            </a:r>
            <a:r>
              <a:rPr lang="en-US" altLang="zh-TW" sz="2400">
                <a:latin typeface="PMingLiU"/>
                <a:ea typeface="PMingLiU"/>
              </a:rPr>
              <a:t>AI</a:t>
            </a:r>
            <a:r>
              <a:rPr lang="zh-TW" altLang="en-US" sz="2400">
                <a:latin typeface="PMingLiU"/>
                <a:ea typeface="PMingLiU"/>
              </a:rPr>
              <a:t> 技術的快速發展，</a:t>
            </a:r>
            <a:r>
              <a:rPr lang="en-US" altLang="zh-TW" sz="2400">
                <a:latin typeface="PMingLiU"/>
                <a:ea typeface="PMingLiU"/>
              </a:rPr>
              <a:t>Deepfake</a:t>
            </a:r>
            <a:r>
              <a:rPr lang="zh-TW" altLang="en-US" sz="2400">
                <a:latin typeface="PMingLiU"/>
                <a:ea typeface="PMingLiU"/>
              </a:rPr>
              <a:t> 偽造影像已逐漸成為資訊安全與社會信任的威脅。本專題結合 </a:t>
            </a:r>
            <a:r>
              <a:rPr lang="en-US" altLang="zh-TW" sz="2400">
                <a:latin typeface="PMingLiU"/>
                <a:ea typeface="PMingLiU"/>
              </a:rPr>
              <a:t>YOLO</a:t>
            </a:r>
            <a:r>
              <a:rPr lang="zh-TW" altLang="en-US" sz="2400">
                <a:latin typeface="PMingLiU"/>
                <a:ea typeface="PMingLiU"/>
              </a:rPr>
              <a:t> 與 </a:t>
            </a:r>
            <a:r>
              <a:rPr lang="en-US" altLang="zh-TW" sz="2400">
                <a:latin typeface="PMingLiU"/>
                <a:ea typeface="PMingLiU"/>
              </a:rPr>
              <a:t>FakeFormer</a:t>
            </a:r>
            <a:r>
              <a:rPr lang="zh-TW" altLang="en-US" sz="2400">
                <a:latin typeface="PMingLiU"/>
                <a:ea typeface="PMingLiU"/>
              </a:rPr>
              <a:t> 兩種模型，透過 </a:t>
            </a:r>
            <a:r>
              <a:rPr lang="en-US" altLang="zh-TW" sz="2400">
                <a:latin typeface="PMingLiU"/>
                <a:ea typeface="PMingLiU"/>
              </a:rPr>
              <a:t>Python</a:t>
            </a:r>
            <a:r>
              <a:rPr lang="zh-TW" altLang="en-US" sz="2400">
                <a:latin typeface="PMingLiU"/>
                <a:ea typeface="PMingLiU"/>
              </a:rPr>
              <a:t> 進行系統實作一套能夠即時偵測畫面中是否出現偽造人臉的系統，在偵測到異常時主動跳出警示視窗。</a:t>
            </a:r>
          </a:p>
          <a:p>
            <a:pPr marL="0" indent="0">
              <a:buNone/>
            </a:pPr>
            <a:r>
              <a:rPr lang="zh-TW" altLang="en-US" sz="2400">
                <a:latin typeface="PMingLiU"/>
                <a:ea typeface="PMingLiU"/>
              </a:rPr>
              <a:t>  相較於市面上多數以靜態圖片或手動上傳方式進行辨識的工具，強調「即時性」與「連續監控」，可應用於視訊通話、即時監控等情境，降低使用者需主動判斷的負擔。</a:t>
            </a:r>
          </a:p>
          <a:p>
            <a:pPr marL="0" indent="0">
              <a:buNone/>
            </a:pPr>
            <a:r>
              <a:rPr lang="zh-TW" altLang="en-US" sz="2400">
                <a:latin typeface="PMingLiU"/>
                <a:ea typeface="PMingLiU"/>
              </a:rPr>
              <a:t>  在實作過程中，透過多個模型串接的開發，不僅加深了對深度學習模型運作原理的理解，也提升了系統整合與效能優化的能力。</a:t>
            </a:r>
          </a:p>
          <a:p>
            <a:pPr marL="0" indent="0">
              <a:buNone/>
            </a:pPr>
            <a:endParaRPr lang="zh-TW" altLang="en-US" sz="2400">
              <a:latin typeface="PMingLiU"/>
              <a:ea typeface="PMingLiU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7E2DC6-60E6-6DC3-3B71-6B6C1891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219D-B0CB-4437-B924-2033C737014E}" type="datetime1">
              <a:t>2026/6/17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A7DD57-40C9-FB68-F2A6-12B735E16875}"/>
              </a:ext>
            </a:extLst>
          </p:cNvPr>
          <p:cNvSpPr txBox="1"/>
          <p:nvPr/>
        </p:nvSpPr>
        <p:spPr>
          <a:xfrm>
            <a:off x="3982065" y="115529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FF0000"/>
                </a:solidFill>
                <a:latin typeface="gg sans"/>
                <a:ea typeface="gg sans"/>
                <a:cs typeface="gg sans"/>
              </a:rPr>
              <a:t>16.結論要條列式 </a:t>
            </a:r>
            <a:endParaRPr lang="en-US" altLang="zh-TW">
              <a:solidFill>
                <a:srgbClr val="FF0000"/>
              </a:solidFill>
            </a:endParaRPr>
          </a:p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9F81F253-08B0-190B-7BAE-DC036014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514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>
            <a:extLst>
              <a:ext uri="{FF2B5EF4-FFF2-40B4-BE49-F238E27FC236}">
                <a16:creationId xmlns:a16="http://schemas.microsoft.com/office/drawing/2014/main" id="{ABE9212E-CC72-946E-75F2-04E885B0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/>
          <a:lstStyle/>
          <a:p>
            <a:r>
              <a:rPr lang="en-US" altLang="zh-TW" b="1">
                <a:latin typeface="PMingLiU"/>
                <a:ea typeface="PMingLiU"/>
              </a:rPr>
              <a:t>8</a:t>
            </a:r>
            <a:r>
              <a:rPr lang="zh-TW" b="1">
                <a:latin typeface="PMingLiU"/>
                <a:ea typeface="PMingLiU"/>
              </a:rPr>
              <a:t>.參考文獻</a:t>
            </a:r>
            <a:endParaRPr lang="zh-TW">
              <a:latin typeface="PMingLiU"/>
              <a:ea typeface="PMingLiU"/>
            </a:endParaRPr>
          </a:p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8307BE-A026-3608-2855-58C669ECF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22" y="1714092"/>
            <a:ext cx="10887910" cy="44549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[1]"YOLOv10: Real-Time End-to-End Object Detection)" Ao Wang, Hui Chen, Lihao Liu, Kai Chen, Zijia Lin, Jungong Han, Guiguang Ding Published: 10 December 2024 ; Article No.: 3429, Pages 107984 - 108011, NIPS '24: Proceedings of the 38th International Conference on Neural Information Processing Systems</a:t>
            </a:r>
            <a:endParaRPr lang="zh-TW" altLang="en-US"/>
          </a:p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[2]“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FakeFormer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: Efficient Vulnerability-Driven Transformers for 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Generalisable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 Deepfake Detection,” Dat Nguyen, Marcella Astrid, Enjie Ghorbel, Djamila 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Aouada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, Tue, 29 Oct 2024 11:36:49 UTC. Available: 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  <a:hlinkClick r:id="rId2"/>
              </a:rPr>
              <a:t>https://arxiv.org/abs/2410.21964</a:t>
            </a:r>
            <a:endParaRPr lang="en-US"/>
          </a:p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[3]THU-MIG, "yolov10," GitHub repository, 2024/05/23 . Available: 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  <a:hlinkClick r:id="rId3"/>
              </a:rPr>
              <a:t>https://github.com/THU-MIG/yolov10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/>
          </a:p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[4]10Ring, "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FakeFormer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," GitHub repository, 2024/10/29 . Available: 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  <a:hlinkClick r:id="rId4"/>
              </a:rPr>
              <a:t>https://github.com/10Ring/FakeFormer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/>
          </a:p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[5]xdxd003, "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FaceForensics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++ (c23)," Kaggle Dataset, 2023/02/10 . Available: 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  <a:hlinkClick r:id="rId5"/>
              </a:rPr>
              <a:t>https://www.kaggle.com/datasets/xdxd003/ff-c23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/>
          </a:p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[6] D. 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Afchar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, V. Nozick, J. Yamagishi, and I. Echizen, “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MesoNet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: a Compact Facial Video Forgery Detection Network,” Proc. of IEEE International Workshop on Information Forensics and Security, 2018.</a:t>
            </a:r>
            <a:endParaRPr lang="en-US"/>
          </a:p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[7]</a:t>
            </a:r>
            <a:r>
              <a:rPr lang="en-US" sz="1500" err="1">
                <a:highlight>
                  <a:srgbClr val="FFFFFF"/>
                </a:highlight>
                <a:ea typeface="+mn-lt"/>
                <a:cs typeface="+mn-lt"/>
              </a:rPr>
              <a:t>reubensuju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, "Celeb-DF-v2," Kaggle Dataset, 2020/11/05 . Available: 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  <a:hlinkClick r:id="rId6"/>
              </a:rPr>
              <a:t>https://www.kaggle.com/datasets/reubensuju/celeb-df-v2</a:t>
            </a: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/>
          </a:p>
          <a:p>
            <a:pPr algn="just">
              <a:buNone/>
            </a:pPr>
            <a:r>
              <a:rPr lang="en-US" sz="1500">
                <a:highlight>
                  <a:srgbClr val="FFFFFF"/>
                </a:highlight>
                <a:ea typeface="+mn-lt"/>
                <a:cs typeface="+mn-lt"/>
              </a:rPr>
              <a:t>[8] OpenCV, “Face Detection using Haar Cascades,” OpenCV Python Tutorials. Available: https://opencv24-python-tutorials.readthedocs.io/en/latest/py_tutorials/py_objdetect/py_face_detection/py_face_detection.html. [Accessed May 26, 2026].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E99A37-F53A-9A85-1CD6-76FF3E49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8FC2-E009-4B98-A537-5A6EB4203F27}" type="datetime1">
              <a:rPr lang="en-US" altLang="zh-TW"/>
              <a:t>6/17/2026</a:t>
            </a:fld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167DA2-FB19-769F-CC45-973C1C12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4748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E0A85C-153A-30BF-D509-329FBAF1D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PMingLiU"/>
                <a:ea typeface="PMingLiU"/>
              </a:rPr>
              <a:t>8</a:t>
            </a:r>
            <a:r>
              <a:rPr lang="zh-TW" b="1">
                <a:latin typeface="PMingLiU"/>
                <a:ea typeface="PMingLiU"/>
              </a:rPr>
              <a:t>.參考文獻</a:t>
            </a:r>
            <a:endParaRPr lang="zh-TW">
              <a:latin typeface="PMingLiU"/>
              <a:ea typeface="PMingLiU"/>
            </a:endParaRPr>
          </a:p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BE03B4-2097-6477-D5CC-F5B76BD84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22" y="1715715"/>
            <a:ext cx="10691265" cy="434057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n-US" sz="1500">
                <a:ea typeface="+mn-lt"/>
                <a:cs typeface="+mn-lt"/>
              </a:rPr>
              <a:t>[9] B. T. Gubler, “Python MSS Documentation,” Python MSS . Available: https://python-mss.readthedocs.io/. [Accessed May 26, 2026]. </a:t>
            </a:r>
            <a:endParaRPr lang="zh-TW" altLang="en-US"/>
          </a:p>
          <a:p>
            <a:pPr algn="just">
              <a:buNone/>
            </a:pPr>
            <a:r>
              <a:rPr lang="en-US" sz="1500">
                <a:ea typeface="+mn-lt"/>
                <a:cs typeface="+mn-lt"/>
              </a:rPr>
              <a:t>[10] Tommy Huang, </a:t>
            </a:r>
            <a:r>
              <a:rPr lang="en-US" altLang="zh-TW" sz="1500">
                <a:ea typeface="+mn-lt"/>
                <a:cs typeface="+mn-lt"/>
              </a:rPr>
              <a:t>“</a:t>
            </a:r>
            <a:r>
              <a:rPr lang="zh-TW" altLang="en-US" sz="1500">
                <a:ea typeface="+mn-lt"/>
                <a:cs typeface="+mn-lt"/>
              </a:rPr>
              <a:t>機器學習－神經網路（多層感知機</a:t>
            </a:r>
            <a:r>
              <a:rPr lang="en-US" sz="1500">
                <a:ea typeface="+mn-lt"/>
                <a:cs typeface="+mn-lt"/>
              </a:rPr>
              <a:t> Multilayer Perceptron, MLP</a:t>
            </a:r>
            <a:r>
              <a:rPr lang="zh-TW" altLang="en-US" sz="1500">
                <a:ea typeface="+mn-lt"/>
                <a:cs typeface="+mn-lt"/>
              </a:rPr>
              <a:t>）含倒傳遞</a:t>
            </a:r>
            <a:r>
              <a:rPr lang="en-US" sz="1500">
                <a:ea typeface="+mn-lt"/>
                <a:cs typeface="+mn-lt"/>
              </a:rPr>
              <a:t>（Backward Propagation</a:t>
            </a:r>
            <a:r>
              <a:rPr lang="zh-TW" altLang="en-US" sz="1500">
                <a:ea typeface="+mn-lt"/>
                <a:cs typeface="+mn-lt"/>
              </a:rPr>
              <a:t>）詳細推導</a:t>
            </a:r>
            <a:r>
              <a:rPr lang="en-US" sz="1500">
                <a:ea typeface="+mn-lt"/>
                <a:cs typeface="+mn-lt"/>
              </a:rPr>
              <a:t>,” Medium, Mar. 6, 2018. Available: https://chih-sheng huang821.medium.com/%E6%A9%9F%E5%99%A8%E5%AD%B8%E7%BF%9 2-%E7%A5%9E%E7%B6%93%E7%B6%B2%E8%B7%AF %E5%A4%9A%E5%B1%A4%E6%84%9F%E7%9F%A5%E6%A9%9Fmultilayer-perceptron-mlp %E5%90%AB%E8%A9%B3%E7%B4%B0%E6%8E%A8%E5%B0%8E ee4f3d5d1b41. [Accessed: May 26, 2026].</a:t>
            </a:r>
          </a:p>
          <a:p>
            <a:pPr algn="just">
              <a:buNone/>
            </a:pPr>
            <a:r>
              <a:rPr lang="en-US" sz="1500">
                <a:ea typeface="+mn-lt"/>
                <a:cs typeface="+mn-lt"/>
              </a:rPr>
              <a:t>[11] joseph-bug, “Embeddings</a:t>
            </a:r>
            <a:r>
              <a:rPr lang="zh-TW" altLang="en-US" sz="1500">
                <a:ea typeface="+mn-lt"/>
                <a:cs typeface="+mn-lt"/>
              </a:rPr>
              <a:t>（上</a:t>
            </a:r>
            <a:r>
              <a:rPr lang="en-US" sz="1500">
                <a:ea typeface="+mn-lt"/>
                <a:cs typeface="+mn-lt"/>
              </a:rPr>
              <a:t>）,” iT</a:t>
            </a:r>
            <a:r>
              <a:rPr lang="en-US" altLang="zh-TW" sz="1500">
                <a:ea typeface="+mn-lt"/>
                <a:cs typeface="+mn-lt"/>
              </a:rPr>
              <a:t> </a:t>
            </a:r>
            <a:r>
              <a:rPr lang="zh-TW" altLang="en-US" sz="1500">
                <a:ea typeface="+mn-lt"/>
                <a:cs typeface="+mn-lt"/>
              </a:rPr>
              <a:t>邦幫忙</a:t>
            </a:r>
            <a:r>
              <a:rPr lang="en-US" sz="1500">
                <a:ea typeface="+mn-lt"/>
                <a:cs typeface="+mn-lt"/>
              </a:rPr>
              <a:t>, Oct. 22, 2018. Available: </a:t>
            </a:r>
            <a:r>
              <a:rPr lang="en-US" sz="1500">
                <a:ea typeface="+mn-lt"/>
                <a:cs typeface="+mn-lt"/>
                <a:hlinkClick r:id="rId2"/>
              </a:rPr>
              <a:t>https://ithelp.ithome.com.tw/articles/10204229</a:t>
            </a:r>
            <a:r>
              <a:rPr lang="en-US" sz="1500">
                <a:ea typeface="+mn-lt"/>
                <a:cs typeface="+mn-lt"/>
              </a:rPr>
              <a:t>. [Accessed: May 26, 2026].</a:t>
            </a:r>
            <a:endParaRPr lang="en-US"/>
          </a:p>
          <a:p>
            <a:pPr algn="just">
              <a:buNone/>
            </a:pPr>
            <a:r>
              <a:rPr lang="en-US" sz="1500">
                <a:ea typeface="+mn-lt"/>
                <a:cs typeface="+mn-lt"/>
              </a:rPr>
              <a:t>[12] joseph-bug, “Embeddings</a:t>
            </a:r>
            <a:r>
              <a:rPr lang="zh-TW" altLang="en-US" sz="1500">
                <a:ea typeface="+mn-lt"/>
                <a:cs typeface="+mn-lt"/>
              </a:rPr>
              <a:t>（下</a:t>
            </a:r>
            <a:r>
              <a:rPr lang="en-US" sz="1500">
                <a:ea typeface="+mn-lt"/>
                <a:cs typeface="+mn-lt"/>
              </a:rPr>
              <a:t>）,” iT</a:t>
            </a:r>
            <a:r>
              <a:rPr lang="en-US" altLang="zh-TW" sz="1500">
                <a:ea typeface="+mn-lt"/>
                <a:cs typeface="+mn-lt"/>
              </a:rPr>
              <a:t> </a:t>
            </a:r>
            <a:r>
              <a:rPr lang="zh-TW" altLang="en-US" sz="1500">
                <a:ea typeface="+mn-lt"/>
                <a:cs typeface="+mn-lt"/>
              </a:rPr>
              <a:t>邦幫忙</a:t>
            </a:r>
            <a:r>
              <a:rPr lang="en-US" sz="1500">
                <a:ea typeface="+mn-lt"/>
                <a:cs typeface="+mn-lt"/>
              </a:rPr>
              <a:t>, Oct. 23, 2018. Available: </a:t>
            </a:r>
            <a:r>
              <a:rPr lang="en-US" sz="1500">
                <a:ea typeface="+mn-lt"/>
                <a:cs typeface="+mn-lt"/>
                <a:hlinkClick r:id="rId3"/>
              </a:rPr>
              <a:t>https://ithelp.ithome.com.tw/articles/10204480</a:t>
            </a:r>
            <a:r>
              <a:rPr lang="en-US" sz="1500">
                <a:ea typeface="+mn-lt"/>
                <a:cs typeface="+mn-lt"/>
              </a:rPr>
              <a:t>. [Accessed: May 26, 2026].</a:t>
            </a:r>
            <a:endParaRPr lang="en-US"/>
          </a:p>
          <a:p>
            <a:pPr algn="just">
              <a:buNone/>
            </a:pPr>
            <a:r>
              <a:rPr lang="en-US" sz="1500">
                <a:ea typeface="+mn-lt"/>
                <a:cs typeface="+mn-lt"/>
              </a:rPr>
              <a:t>[13]</a:t>
            </a:r>
            <a:r>
              <a:rPr lang="en-US" altLang="zh-TW" sz="1500">
                <a:ea typeface="+mn-lt"/>
                <a:cs typeface="+mn-lt"/>
              </a:rPr>
              <a:t> </a:t>
            </a:r>
            <a:r>
              <a:rPr lang="zh-TW" altLang="en-US" sz="1500">
                <a:ea typeface="+mn-lt"/>
                <a:cs typeface="+mn-lt"/>
              </a:rPr>
              <a:t>中年一般人</a:t>
            </a:r>
            <a:r>
              <a:rPr lang="en-US" sz="1500">
                <a:ea typeface="+mn-lt"/>
                <a:cs typeface="+mn-lt"/>
              </a:rPr>
              <a:t>, “ResNet</a:t>
            </a:r>
            <a:r>
              <a:rPr lang="en-US" altLang="zh-TW" sz="1500">
                <a:ea typeface="+mn-lt"/>
                <a:cs typeface="+mn-lt"/>
              </a:rPr>
              <a:t> </a:t>
            </a:r>
            <a:r>
              <a:rPr lang="zh-TW" altLang="en-US" sz="1500">
                <a:ea typeface="+mn-lt"/>
                <a:cs typeface="+mn-lt"/>
              </a:rPr>
              <a:t>算法以及程式碼實現</a:t>
            </a:r>
            <a:r>
              <a:rPr lang="en-US" sz="1500">
                <a:ea typeface="+mn-lt"/>
                <a:cs typeface="+mn-lt"/>
              </a:rPr>
              <a:t>,” iT</a:t>
            </a:r>
            <a:r>
              <a:rPr lang="en-US" altLang="zh-TW" sz="1500">
                <a:ea typeface="+mn-lt"/>
                <a:cs typeface="+mn-lt"/>
              </a:rPr>
              <a:t> </a:t>
            </a:r>
            <a:r>
              <a:rPr lang="zh-TW" altLang="en-US" sz="1500">
                <a:ea typeface="+mn-lt"/>
                <a:cs typeface="+mn-lt"/>
              </a:rPr>
              <a:t>邦幫忙</a:t>
            </a:r>
            <a:r>
              <a:rPr lang="en-US" sz="1500">
                <a:ea typeface="+mn-lt"/>
                <a:cs typeface="+mn-lt"/>
              </a:rPr>
              <a:t>, Sep. 18, 2023. Available: https://ithelp.ithome.com.tw/articles/10321837. [Accessed: May 26, 2026].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F75D11-0152-984C-5050-6719F88E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178F-5EA7-451E-83A6-997D1D0CC519}" type="datetime1">
              <a:t>2026/6/17</a:t>
            </a:fld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7104E2-1333-4BCC-5CA5-D30E7EC1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7045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5A4F49-5FAF-C6C6-0F62-951F8078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10642E-7F7E-3306-9C70-CD919709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PMingLiU"/>
                <a:ea typeface="PMingLiU"/>
              </a:rPr>
              <a:t>8</a:t>
            </a:r>
            <a:r>
              <a:rPr lang="zh-TW" b="1">
                <a:latin typeface="PMingLiU"/>
                <a:ea typeface="PMingLiU"/>
              </a:rPr>
              <a:t>.參考文獻</a:t>
            </a:r>
            <a:endParaRPr lang="zh-TW">
              <a:latin typeface="PMingLiU"/>
              <a:ea typeface="PMingLiU"/>
            </a:endParaRPr>
          </a:p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D4205A-1B34-A751-CA07-D01675DEA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92" y="1715481"/>
            <a:ext cx="10691265" cy="43980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zh-TW" sz="1500">
                <a:ea typeface="+mn-lt"/>
                <a:cs typeface="+mn-lt"/>
              </a:rPr>
              <a:t>[14] howardsunjiahao, “深度學習新突破：ResNet 殘差網路解決深度增加難題,” CSDN Blog, Apr. 23, 2022. Available: </a:t>
            </a:r>
            <a:r>
              <a:rPr lang="zh-TW" sz="1500">
                <a:ea typeface="+mn-lt"/>
                <a:cs typeface="+mn-lt"/>
                <a:hlinkClick r:id="rId2"/>
              </a:rPr>
              <a:t>https://blog.csdn.net/weixin_47524903/article/details/124364114</a:t>
            </a:r>
            <a:r>
              <a:rPr lang="zh-TW" sz="1500">
                <a:ea typeface="+mn-lt"/>
                <a:cs typeface="+mn-lt"/>
              </a:rPr>
              <a:t>. [Accessed: May 26, 2026].</a:t>
            </a:r>
            <a:endParaRPr lang="zh-TW"/>
          </a:p>
          <a:p>
            <a:pPr algn="just">
              <a:buNone/>
            </a:pPr>
            <a:r>
              <a:rPr lang="zh-TW" sz="1500">
                <a:ea typeface="+mn-lt"/>
                <a:cs typeface="+mn-lt"/>
              </a:rPr>
              <a:t>[15] Yasmine Cheng, “Variational Autoencoder,” Medium, Jul. 7, 2023. Available: </a:t>
            </a:r>
            <a:r>
              <a:rPr lang="zh-TW" sz="1500">
                <a:ea typeface="+mn-lt"/>
                <a:cs typeface="+mn-lt"/>
                <a:hlinkClick r:id="rId3"/>
              </a:rPr>
              <a:t>https://medium.com/data-science-navigator/variational-autoencoder</a:t>
            </a:r>
            <a:r>
              <a:rPr lang="zh-TW" sz="1500">
                <a:ea typeface="+mn-lt"/>
                <a:cs typeface="+mn-lt"/>
              </a:rPr>
              <a:t> 6ec2342e7ad4. [Accessed: May 26, 2026].</a:t>
            </a:r>
            <a:endParaRPr lang="zh-TW"/>
          </a:p>
          <a:p>
            <a:pPr algn="just">
              <a:buNone/>
            </a:pPr>
            <a:r>
              <a:rPr lang="zh-TW" sz="1500">
                <a:ea typeface="+mn-lt"/>
                <a:cs typeface="+mn-lt"/>
              </a:rPr>
              <a:t>[16] I Code So I Am, “小學生談『生成對抗網路』（Generative Adversarial Network, GAN）,” iT 邦幫忙, Jan. 7, 2018. Available: </a:t>
            </a:r>
            <a:r>
              <a:rPr lang="zh-TW" sz="1500">
                <a:ea typeface="+mn-lt"/>
                <a:cs typeface="+mn-lt"/>
                <a:hlinkClick r:id="rId4"/>
              </a:rPr>
              <a:t>https://ithelp.ithome.com.tw/articles/10196257</a:t>
            </a:r>
            <a:r>
              <a:rPr lang="zh-TW" sz="1500">
                <a:ea typeface="+mn-lt"/>
                <a:cs typeface="+mn-lt"/>
              </a:rPr>
              <a:t>. [Accessed: May 26, 2026].</a:t>
            </a:r>
            <a:endParaRPr lang="zh-TW"/>
          </a:p>
          <a:p>
            <a:pPr marL="0" indent="0" algn="just">
              <a:buNone/>
            </a:pPr>
            <a:r>
              <a:rPr lang="zh-TW" sz="1500">
                <a:ea typeface="+mn-lt"/>
                <a:cs typeface="+mn-lt"/>
              </a:rPr>
              <a:t>[17] hard_fish, “簡介 Diffusion Model,” 圖像生成 AI 的原理與應用系列第 17 篇, iT 邦幫忙. Available: https://ithelp.ithome.com.tw/m/articles/10328909. [Accessed: May 26, 2026].</a:t>
            </a:r>
          </a:p>
          <a:p>
            <a:pPr marL="0" indent="0" algn="just">
              <a:buNone/>
            </a:pPr>
            <a:r>
              <a:rPr lang="zh-TW" altLang="en-US" sz="1500"/>
              <a:t>[18]</a:t>
            </a:r>
            <a:r>
              <a:rPr lang="zh-TW" altLang="en-US" sz="1500">
                <a:ea typeface="+mn-lt"/>
                <a:cs typeface="+mn-lt"/>
              </a:rPr>
              <a:t> </a:t>
            </a:r>
            <a:r>
              <a:rPr lang="zh-TW" sz="1500">
                <a:ea typeface="+mn-lt"/>
                <a:cs typeface="+mn-lt"/>
              </a:rPr>
              <a:t>deepcam-cn, "yolov5-face," GitHub repository</a:t>
            </a:r>
            <a:r>
              <a:rPr lang="en-US" altLang="zh-TW" sz="1500">
                <a:ea typeface="+mn-lt"/>
                <a:cs typeface="+mn-lt"/>
              </a:rPr>
              <a:t>,</a:t>
            </a:r>
            <a:r>
              <a:rPr lang="zh-TW" altLang="en-US" sz="1500">
                <a:ea typeface="+mn-lt"/>
                <a:cs typeface="+mn-lt"/>
              </a:rPr>
              <a:t> </a:t>
            </a:r>
            <a:r>
              <a:rPr lang="en-US" altLang="zh-TW" sz="1500">
                <a:ea typeface="+mn-lt"/>
                <a:cs typeface="+mn-lt"/>
              </a:rPr>
              <a:t>May</a:t>
            </a:r>
            <a:r>
              <a:rPr lang="zh-TW" altLang="en-US" sz="1500">
                <a:ea typeface="+mn-lt"/>
                <a:cs typeface="+mn-lt"/>
              </a:rPr>
              <a:t> </a:t>
            </a:r>
            <a:r>
              <a:rPr lang="en-US" altLang="zh-TW" sz="1500">
                <a:ea typeface="+mn-lt"/>
                <a:cs typeface="+mn-lt"/>
              </a:rPr>
              <a:t>2021.</a:t>
            </a:r>
            <a:r>
              <a:rPr lang="zh-TW" altLang="en-US" sz="1500">
                <a:ea typeface="+mn-lt"/>
                <a:cs typeface="+mn-lt"/>
              </a:rPr>
              <a:t> </a:t>
            </a:r>
            <a:r>
              <a:rPr lang="en-US" altLang="zh-TW" sz="1500">
                <a:ea typeface="+mn-lt"/>
                <a:cs typeface="+mn-lt"/>
              </a:rPr>
              <a:t>[Online]</a:t>
            </a:r>
            <a:r>
              <a:rPr lang="zh-TW" sz="1500">
                <a:ea typeface="+mn-lt"/>
                <a:cs typeface="+mn-lt"/>
              </a:rPr>
              <a:t>. Available: </a:t>
            </a:r>
            <a:r>
              <a:rPr lang="zh-TW" sz="1500">
                <a:ea typeface="+mn-lt"/>
                <a:cs typeface="+mn-lt"/>
                <a:hlinkClick r:id="rId5"/>
              </a:rPr>
              <a:t>https://github.com/deepcam-cn/yolov5-face</a:t>
            </a:r>
          </a:p>
          <a:p>
            <a:pPr marL="0" indent="0" algn="just">
              <a:buNone/>
            </a:pPr>
            <a:r>
              <a:rPr lang="en-US" altLang="zh-TW" sz="1500">
                <a:ea typeface="+mn-lt"/>
                <a:cs typeface="+mn-lt"/>
              </a:rPr>
              <a:t>[19] </a:t>
            </a:r>
            <a:r>
              <a:rPr lang="en-US" sz="1500" err="1">
                <a:ea typeface="+mn-lt"/>
                <a:cs typeface="+mn-lt"/>
              </a:rPr>
              <a:t>derronqi</a:t>
            </a:r>
            <a:r>
              <a:rPr lang="en-US" sz="1500">
                <a:ea typeface="+mn-lt"/>
                <a:cs typeface="+mn-lt"/>
              </a:rPr>
              <a:t>, "yolov7-face," GitHub repository, Aug. 2022. [Online]. Available: </a:t>
            </a:r>
            <a:r>
              <a:rPr lang="en-US" sz="1500">
                <a:ea typeface="+mn-lt"/>
                <a:cs typeface="+mn-lt"/>
                <a:hlinkClick r:id="rId6"/>
              </a:rPr>
              <a:t>https://github.com/derronqi/yolov7-face</a:t>
            </a:r>
            <a:endParaRPr lang="zh-TW" altLang="en-US" sz="150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zh-TW" sz="1500">
                <a:ea typeface="+mn-lt"/>
                <a:cs typeface="+mn-lt"/>
              </a:rPr>
              <a:t>[20] </a:t>
            </a:r>
            <a:r>
              <a:rPr lang="en-US" sz="1500" err="1">
                <a:ea typeface="+mn-lt"/>
                <a:cs typeface="+mn-lt"/>
              </a:rPr>
              <a:t>derronqi</a:t>
            </a:r>
            <a:r>
              <a:rPr lang="en-US" sz="1500">
                <a:ea typeface="+mn-lt"/>
                <a:cs typeface="+mn-lt"/>
              </a:rPr>
              <a:t>, "yolov8-face," GitHub repository, Apr. 2023. [Online]. Available: </a:t>
            </a:r>
            <a:r>
              <a:rPr lang="en-US" sz="1500">
                <a:ea typeface="+mn-lt"/>
                <a:cs typeface="+mn-lt"/>
                <a:hlinkClick r:id="rId7"/>
              </a:rPr>
              <a:t>https://github.com/derronqi/yolov8-face</a:t>
            </a:r>
          </a:p>
          <a:p>
            <a:pPr marL="0" indent="0" algn="just">
              <a:buNone/>
            </a:pPr>
            <a:r>
              <a:rPr lang="en-US" altLang="zh-TW" sz="1500">
                <a:ea typeface="+mn-lt"/>
                <a:cs typeface="+mn-lt"/>
              </a:rPr>
              <a:t>[21] </a:t>
            </a:r>
            <a:r>
              <a:rPr lang="en-US" sz="1500" err="1">
                <a:ea typeface="+mn-lt"/>
                <a:cs typeface="+mn-lt"/>
              </a:rPr>
              <a:t>akanametov</a:t>
            </a:r>
            <a:r>
              <a:rPr lang="en-US" sz="1500">
                <a:ea typeface="+mn-lt"/>
                <a:cs typeface="+mn-lt"/>
              </a:rPr>
              <a:t>, "yolo-face," GitHub repository, Jan. 28, 2023. [Online]. Available: </a:t>
            </a:r>
            <a:r>
              <a:rPr lang="en-US" sz="1500">
                <a:ea typeface="+mn-lt"/>
                <a:cs typeface="+mn-lt"/>
                <a:hlinkClick r:id="rId8"/>
              </a:rPr>
              <a:t>https://github.com/akanametov/yolo-face</a:t>
            </a:r>
            <a:endParaRPr lang="en-US" altLang="zh-TW" sz="1500">
              <a:ea typeface="+mn-lt"/>
              <a:cs typeface="+mn-lt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51E9F1-A6C8-9ECC-7C45-230A13C8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178F-5EA7-451E-83A6-997D1D0CC519}" type="datetime1">
              <a:t>2026/6/17</a:t>
            </a:fld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75EE2F-5CDC-40D4-D5BA-10C41DD4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0589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寬螢幕</PresentationFormat>
  <Slides>42</Slides>
  <Notes>0</Notes>
  <HiddenSlides>28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3" baseType="lpstr">
      <vt:lpstr>ChronicleVTI</vt:lpstr>
      <vt:lpstr>Deepfake人臉偵測的應用程式</vt:lpstr>
      <vt:lpstr>大綱</vt:lpstr>
      <vt:lpstr>實驗背景</vt:lpstr>
      <vt:lpstr>實驗動機</vt:lpstr>
      <vt:lpstr>實驗步驟</vt:lpstr>
      <vt:lpstr>實驗目標</vt:lpstr>
      <vt:lpstr>資料集(YOLOv10) WIDER_FACE_A_Face_Detection_Dataset</vt:lpstr>
      <vt:lpstr>資料集(fakeformer) FaceForensics++(c23)</vt:lpstr>
      <vt:lpstr>資料集(fakeformer) 泛化用</vt:lpstr>
      <vt:lpstr>真偽辨識方式</vt:lpstr>
      <vt:lpstr>實驗設計</vt:lpstr>
      <vt:lpstr>實驗結果</vt:lpstr>
      <vt:lpstr>實驗結果 Celeb-df</vt:lpstr>
      <vt:lpstr>實驗結果 DFW</vt:lpstr>
      <vt:lpstr>PowerPoint 簡報</vt:lpstr>
      <vt:lpstr>3.使用者ui介面</vt:lpstr>
      <vt:lpstr>3.使用者ui介面</vt:lpstr>
      <vt:lpstr>4.人臉偵測模組</vt:lpstr>
      <vt:lpstr>4-4.yolov10-s訓練用資料集 WIDER_FACE_A_Face_Detection_Dataset</vt:lpstr>
      <vt:lpstr>4-1.YOLOv10模型</vt:lpstr>
      <vt:lpstr>4-2.YOLO各版本數據比較</vt:lpstr>
      <vt:lpstr>4-3.Yolov10 模型比較</vt:lpstr>
      <vt:lpstr>5.Yolov10-s 模型訓練</vt:lpstr>
      <vt:lpstr>5.Yolov10-s 模型訓練</vt:lpstr>
      <vt:lpstr>5-1.data.yaml</vt:lpstr>
      <vt:lpstr>5-2.Yolov10-s 模型訓練成果檔案</vt:lpstr>
      <vt:lpstr>5-2.Yolov10-s 模型訓練成果檔案</vt:lpstr>
      <vt:lpstr>5-3.Yolov10-s 模型訓練標籤分布圖</vt:lpstr>
      <vt:lpstr>PowerPoint 簡報</vt:lpstr>
      <vt:lpstr>6-1.DataSet</vt:lpstr>
      <vt:lpstr>6-1.DataSet</vt:lpstr>
      <vt:lpstr>6-1.DataSet</vt:lpstr>
      <vt:lpstr>6-1.DataSet</vt:lpstr>
      <vt:lpstr>6-1.DataSet</vt:lpstr>
      <vt:lpstr>6-2.單張圖片測試結果</vt:lpstr>
      <vt:lpstr>6-3.模型資料集評估指標</vt:lpstr>
      <vt:lpstr>模型資料集測試</vt:lpstr>
      <vt:lpstr>模型誤判</vt:lpstr>
      <vt:lpstr>7.結論</vt:lpstr>
      <vt:lpstr>8.參考文獻 </vt:lpstr>
      <vt:lpstr>8.參考文獻 </vt:lpstr>
      <vt:lpstr>8.參考文獻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泓宇 林</dc:creator>
  <cp:revision>83</cp:revision>
  <dcterms:created xsi:type="dcterms:W3CDTF">2026-03-11T15:21:06Z</dcterms:created>
  <dcterms:modified xsi:type="dcterms:W3CDTF">2026-06-17T09:13:29Z</dcterms:modified>
</cp:coreProperties>
</file>